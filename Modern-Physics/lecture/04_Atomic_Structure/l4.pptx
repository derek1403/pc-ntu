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4" d="100"/>
          <a:sy n="84" d="100"/>
        </p:scale>
        <p:origin x="159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A92F6-DB74-441C-AE03-347A3A27B69C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B3570-367B-4E20-A1EB-13BC1EC7DE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213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B3570-367B-4E20-A1EB-13BC1EC7DEA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1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B3570-367B-4E20-A1EB-13BC1EC7DEA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172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B3570-367B-4E20-A1EB-13BC1EC7DEA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022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6E3AC-B8CD-B0FF-2CFA-75CB7895E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79F2A5F-74B6-0738-D4E2-B1FC6E0C4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3A63E1-C024-2B54-674E-8FB8EEF33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51288-9ABB-401E-462A-86F97FE1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282EA1-A904-DA82-4926-BA450DDE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88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92011-0B9D-0EA3-9B47-EE2E75AD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DE0E35-59AF-79B3-20A2-280F0B83B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1FC25E-6866-7A1F-DA69-FDC462D0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ED9AB0-E3A4-F9E9-0EA4-91BF24ED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35EAAC-9DCA-D112-529D-FF598497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20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CE713-4203-B33E-76ED-0AB3CD81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D4A19F-28A6-D68F-23C4-F4E864E77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2E876A-F656-13F9-8F6F-350D65D3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777F5F-B9D2-3387-A7C8-E8AF7764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64061D-7A1D-D045-C878-CBA6FD86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00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DF334-58D2-72AD-1612-47E438FA8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1277CD-7B5A-ED17-CA97-92DA5DEA3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F7B465-F2FE-E356-6460-2DEFED4D2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CD905B-8DC1-E15F-C7DA-1CF7801C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FED278-B0D3-F7AF-ECF8-D5E0551A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6462E6-E203-5AF4-7B48-E3A5FBFB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138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5FEF02-7F2C-2477-2B18-043C6A6A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A616D3-8251-4F29-B0AB-FF845092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ECECF3-2561-8C20-E92B-93448F1C6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6EB7793-B2E1-4993-725D-3D9977B25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A2E294F-A98B-5DD9-BEEC-6F09B7066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0AAF9E2-106E-D1F5-2BF0-DE2925CD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A120A6C-FFDC-B406-9A67-1BD88A47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68579B2-EBD8-BB95-6EBC-FF61DB3A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30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B4C56-58A7-20C8-5326-949D84A8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6DCF862-86DC-822C-D100-275946B5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F637C5-E48B-554F-4442-22B3C0E0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29C596-DD14-BF79-978F-0D277D3E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11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53322B-EB38-7F78-7FE6-F1C4FAD1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6055DD2-29FA-DD6E-58E2-0CFD0713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4687DA-5033-9096-2568-AA43A53F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37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E5444-271C-481E-CF60-3D2BEA46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1E597E-3F48-7D97-732F-63BE3F9B0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5714C9-430C-92C3-5B4B-D2D6CDFC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8957C-E85C-1F6F-2C76-95CDD099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ABCFF2E-4AEF-13E5-CF7A-C825A3AA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44B8C4-CB95-EEF0-96CE-F8F05F1F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95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CF4BC-68B3-B3F7-4441-0AC6D623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7A43005-1178-5131-AB3E-C5189F12F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65DCB1-87FC-E02B-898D-972E3BF30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37E364-A6E4-478E-6BB3-C61DB9EC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CA3BBA-52AB-0030-D8B3-50D17C73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920483-0AF4-B1F2-1BAD-DA645759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72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1BB53-F6A7-84F7-7526-284E060F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150EC1-0E1E-D967-6EF5-B4AD4E08B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20F14B-2815-80D5-10ED-A392A972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98C306-D68E-BA03-01ED-9424A53E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A8AC91-BD48-98C3-835C-832BA540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2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04BBAE4-02E9-CCA5-54CB-DCE94B565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1C7AEE-7975-B18A-1626-EFFA44419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084E7F-748D-14BC-54A3-7528103E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B89743-40B8-81E4-0349-9F51275C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EFA0A3-41B4-4D98-6B7A-F1066F24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29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38389F8-DCAC-5F13-4103-EE791463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3937CC-7BBD-FC8A-F00F-79B6C287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727649-6402-7D74-8E4D-9E2F37524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EDF69-78C5-4321-AD9F-E50A3E378F7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2CBC14-D937-A41D-F0C6-5B7782565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AB7FFA-759D-92D0-E707-82BC4DC3C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57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2F9BD4-3BB5-21E9-A588-ED6831D8A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217BC77-7870-D66E-252B-51053A097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375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E84745-6E50-E7CD-18AC-BA9ACE27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25563"/>
            <a:ext cx="12301332" cy="1325563"/>
          </a:xfrm>
        </p:spPr>
        <p:txBody>
          <a:bodyPr/>
          <a:lstStyle/>
          <a:p>
            <a:r>
              <a:rPr lang="en-US" altLang="zh-TW" b="1"/>
              <a:t>Davisson-Germer Experiment Schematic &amp; Data Plots</a:t>
            </a:r>
            <a:endParaRPr lang="zh-TW" altLang="en-US" b="1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1F960D7-ABAE-8552-6CEA-E586032AB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31" y="0"/>
            <a:ext cx="8662737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標題 1">
                <a:extLst>
                  <a:ext uri="{FF2B5EF4-FFF2-40B4-BE49-F238E27FC236}">
                    <a16:creationId xmlns:a16="http://schemas.microsoft.com/office/drawing/2014/main" id="{8EA49A12-E058-9C5D-D1EF-F61467BD92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58545" y="0"/>
                <a:ext cx="1157659" cy="11360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5" name="標題 1">
                <a:extLst>
                  <a:ext uri="{FF2B5EF4-FFF2-40B4-BE49-F238E27FC236}">
                    <a16:creationId xmlns:a16="http://schemas.microsoft.com/office/drawing/2014/main" id="{8EA49A12-E058-9C5D-D1EF-F61467BD9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545" y="0"/>
                <a:ext cx="1157659" cy="11360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標題 1">
                <a:extLst>
                  <a:ext uri="{FF2B5EF4-FFF2-40B4-BE49-F238E27FC236}">
                    <a16:creationId xmlns:a16="http://schemas.microsoft.com/office/drawing/2014/main" id="{3A71A946-06EF-49D5-D80F-163418070A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48254" y="1752598"/>
                <a:ext cx="1157659" cy="11360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6" name="標題 1">
                <a:extLst>
                  <a:ext uri="{FF2B5EF4-FFF2-40B4-BE49-F238E27FC236}">
                    <a16:creationId xmlns:a16="http://schemas.microsoft.com/office/drawing/2014/main" id="{3A71A946-06EF-49D5-D80F-163418070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254" y="1752598"/>
                <a:ext cx="1157659" cy="11360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CAA3FF98-A6B4-6D16-A463-04A4639BDB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0725" y="1724890"/>
                <a:ext cx="1157659" cy="11360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TW" altLang="en-US" sz="2800"/>
              </a:p>
            </p:txBody>
          </p:sp>
        </mc:Choice>
        <mc:Fallback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CAA3FF98-A6B4-6D16-A463-04A4639BD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725" y="1724890"/>
                <a:ext cx="1157659" cy="11360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373E0208-5C99-BE3D-8D52-EA0458411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111" y="5772727"/>
            <a:ext cx="307453" cy="5110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189CD8F1-7932-0AB8-9D38-DCD2CF7CA1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0715" y="5559530"/>
                <a:ext cx="1157659" cy="11360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/>
              </a:p>
            </p:txBody>
          </p:sp>
        </mc:Choice>
        <mc:Fallback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189CD8F1-7932-0AB8-9D38-DCD2CF7CA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715" y="5559530"/>
                <a:ext cx="1157659" cy="11360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標題 1">
                <a:extLst>
                  <a:ext uri="{FF2B5EF4-FFF2-40B4-BE49-F238E27FC236}">
                    <a16:creationId xmlns:a16="http://schemas.microsoft.com/office/drawing/2014/main" id="{88C12DAD-5782-9613-6B79-42B9A034E8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17231" y="2570016"/>
                <a:ext cx="1437169" cy="11360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sz="2400"/>
                  <a:t> 粒子</a:t>
                </a:r>
              </a:p>
            </p:txBody>
          </p:sp>
        </mc:Choice>
        <mc:Fallback>
          <p:sp>
            <p:nvSpPr>
              <p:cNvPr id="16" name="標題 1">
                <a:extLst>
                  <a:ext uri="{FF2B5EF4-FFF2-40B4-BE49-F238E27FC236}">
                    <a16:creationId xmlns:a16="http://schemas.microsoft.com/office/drawing/2014/main" id="{88C12DAD-5782-9613-6B79-42B9A034E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231" y="2570016"/>
                <a:ext cx="1437169" cy="11360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858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DDBB72-A6E6-DDCC-2A52-B28C6C53C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3DA0E5-47A1-FB47-9C6E-8189375E2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163447-1FA8-6D83-318A-0798C6B18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" y="0"/>
            <a:ext cx="11966510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506FB11-6473-CEE8-1BF5-F4241066CC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83"/>
          <a:stretch>
            <a:fillRect/>
          </a:stretch>
        </p:blipFill>
        <p:spPr>
          <a:xfrm>
            <a:off x="1163781" y="0"/>
            <a:ext cx="10915473" cy="6858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00C5E9B-C8EE-E394-9984-DFACCFD8E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9C41F85-8550-F787-6A59-5065B2E1B3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標題 1">
                <a:extLst>
                  <a:ext uri="{FF2B5EF4-FFF2-40B4-BE49-F238E27FC236}">
                    <a16:creationId xmlns:a16="http://schemas.microsoft.com/office/drawing/2014/main" id="{A33ED3D3-9214-4E88-198D-18D0C55D32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4545" y="4110182"/>
                <a:ext cx="1157659" cy="11360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12" name="標題 1">
                <a:extLst>
                  <a:ext uri="{FF2B5EF4-FFF2-40B4-BE49-F238E27FC236}">
                    <a16:creationId xmlns:a16="http://schemas.microsoft.com/office/drawing/2014/main" id="{A33ED3D3-9214-4E88-198D-18D0C55D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545" y="4110182"/>
                <a:ext cx="1157659" cy="11360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355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FB9942-C542-9D22-2376-F1479FF94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11817B-4144-F886-393F-686B728BF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5BABCA8-93B8-0E0A-3370-9A091A1CB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60" y="0"/>
            <a:ext cx="9917479" cy="68580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62AEBE0-9366-A461-80CA-D23CC05AB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9" b="91045" l="9434" r="98742">
                        <a14:foregroundMark x1="14465" y1="29104" x2="47799" y2="64179"/>
                        <a14:foregroundMark x1="37736" y1="40299" x2="88679" y2="38060"/>
                        <a14:foregroundMark x1="10692" y1="23881" x2="11321" y2="6716"/>
                        <a14:foregroundMark x1="21384" y1="15672" x2="84277" y2="17910"/>
                        <a14:foregroundMark x1="79245" y1="22388" x2="86164" y2="73134"/>
                        <a14:foregroundMark x1="94340" y1="35821" x2="90566" y2="74627"/>
                        <a14:foregroundMark x1="52830" y1="56716" x2="84277" y2="85075"/>
                        <a14:foregroundMark x1="50314" y1="70149" x2="78616" y2="91045"/>
                        <a14:foregroundMark x1="55975" y1="76866" x2="70440" y2="90299"/>
                        <a14:foregroundMark x1="97484" y1="37313" x2="99371" y2="65672"/>
                        <a14:foregroundMark x1="90566" y1="17164" x2="79245" y2="2239"/>
                        <a14:backgroundMark x1="13208" y1="48507" x2="39623" y2="985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2980" y="4065948"/>
            <a:ext cx="1514475" cy="127635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4EE499C-9F4D-AA19-9EF2-B4440859E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593" b="96703" l="2410" r="96386">
                        <a14:foregroundMark x1="50602" y1="28571" x2="6024" y2="71429"/>
                        <a14:foregroundMark x1="33735" y1="41758" x2="65060" y2="74725"/>
                        <a14:foregroundMark x1="55422" y1="25275" x2="86747" y2="28571"/>
                        <a14:foregroundMark x1="51807" y1="37363" x2="98795" y2="89011"/>
                        <a14:foregroundMark x1="34940" y1="46154" x2="36145" y2="94505"/>
                        <a14:foregroundMark x1="22892" y1="51648" x2="13253" y2="93407"/>
                        <a14:foregroundMark x1="25301" y1="63736" x2="72289" y2="96703"/>
                        <a14:foregroundMark x1="38554" y1="43956" x2="44578" y2="5495"/>
                        <a14:backgroundMark x1="9639" y1="29670" x2="2410" y2="4615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71403" y="5408181"/>
            <a:ext cx="884815" cy="97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41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群組 16">
            <a:extLst>
              <a:ext uri="{FF2B5EF4-FFF2-40B4-BE49-F238E27FC236}">
                <a16:creationId xmlns:a16="http://schemas.microsoft.com/office/drawing/2014/main" id="{863038E1-B49F-79E6-11D4-8CF5DEB4A792}"/>
              </a:ext>
            </a:extLst>
          </p:cNvPr>
          <p:cNvGrpSpPr/>
          <p:nvPr/>
        </p:nvGrpSpPr>
        <p:grpSpPr>
          <a:xfrm>
            <a:off x="88954" y="148590"/>
            <a:ext cx="12548811" cy="6858000"/>
            <a:chOff x="-59636" y="0"/>
            <a:chExt cx="12548811" cy="6858000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76B24C35-E0F8-BB53-7E6A-14130F701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75078" y="0"/>
              <a:ext cx="8114097" cy="6858000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ED643CAF-D072-C722-7589-492AF0A24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2845381"/>
              <a:ext cx="4800601" cy="1055536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44FAFA02-FAC9-588F-EA5F-923D2EED1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9636" y="254482"/>
              <a:ext cx="4860236" cy="1055536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3303A888-EAC0-751E-8C42-4ECF856B3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37782" y="1564500"/>
              <a:ext cx="4838381" cy="1055536"/>
            </a:xfrm>
            <a:prstGeom prst="rect">
              <a:avLst/>
            </a:prstGeom>
          </p:spPr>
        </p:pic>
      </p:grpSp>
      <p:pic>
        <p:nvPicPr>
          <p:cNvPr id="21" name="圖片 20">
            <a:extLst>
              <a:ext uri="{FF2B5EF4-FFF2-40B4-BE49-F238E27FC236}">
                <a16:creationId xmlns:a16="http://schemas.microsoft.com/office/drawing/2014/main" id="{1AAD9A6E-C6E5-14FD-13ED-F682D57ADA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288" y="5243827"/>
            <a:ext cx="695422" cy="1543265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2FBCF515-013B-9EAB-2966-8618092C46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8976" y="5243826"/>
            <a:ext cx="695422" cy="154326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29EA4F0-5A2A-4AD6-2524-C94F79F9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43819"/>
            <a:ext cx="10515600" cy="1325563"/>
          </a:xfrm>
        </p:spPr>
        <p:txBody>
          <a:bodyPr/>
          <a:lstStyle/>
          <a:p>
            <a:endParaRPr lang="zh-TW" altLang="en-US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BFD15EF0-A4C8-D5E8-64A8-52FFCD25E4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35" y="5989320"/>
            <a:ext cx="4881854" cy="578274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8F8FD99C-D54C-3A97-31C2-A11335E7E4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39" y="5296822"/>
            <a:ext cx="5380258" cy="133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17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17</Words>
  <Application>Microsoft Office PowerPoint</Application>
  <PresentationFormat>寬螢幕</PresentationFormat>
  <Paragraphs>10</Paragraphs>
  <Slides>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佈景主題</vt:lpstr>
      <vt:lpstr>PowerPoint 簡報</vt:lpstr>
      <vt:lpstr>Davisson-Germer Experiment Schematic &amp; Data Plots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Da-Kai Peng</dc:creator>
  <cp:lastModifiedBy>Da-Kai Peng</cp:lastModifiedBy>
  <cp:revision>4</cp:revision>
  <dcterms:created xsi:type="dcterms:W3CDTF">2026-03-30T10:19:02Z</dcterms:created>
  <dcterms:modified xsi:type="dcterms:W3CDTF">2026-04-15T10:44:15Z</dcterms:modified>
</cp:coreProperties>
</file>