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A92F6-DB74-441C-AE03-347A3A27B69C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B3570-367B-4E20-A1EB-13BC1EC7DE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213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EB3570-367B-4E20-A1EB-13BC1EC7DEA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1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6E3AC-B8CD-B0FF-2CFA-75CB7895E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79F2A5F-74B6-0738-D4E2-B1FC6E0C4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3A63E1-C024-2B54-674E-8FB8EEF33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851288-9ABB-401E-462A-86F97FE11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282EA1-A904-DA82-4926-BA450DDE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788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92011-0B9D-0EA3-9B47-EE2E75AD7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DE0E35-59AF-79B3-20A2-280F0B83B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1FC25E-6866-7A1F-DA69-FDC462D0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ED9AB0-E3A4-F9E9-0EA4-91BF24ED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35EAAC-9DCA-D112-529D-FF598497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20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CE713-4203-B33E-76ED-0AB3CD81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D4A19F-28A6-D68F-23C4-F4E864E77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2E876A-F656-13F9-8F6F-350D65D3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777F5F-B9D2-3387-A7C8-E8AF7764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64061D-7A1D-D045-C878-CBA6FD86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009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DF334-58D2-72AD-1612-47E438FA8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1277CD-7B5A-ED17-CA97-92DA5DEA3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F7B465-F2FE-E356-6460-2DEFED4D2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CD905B-8DC1-E15F-C7DA-1CF7801C3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1FED278-B0D3-F7AF-ECF8-D5E0551A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6462E6-E203-5AF4-7B48-E3A5FBFB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1388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5FEF02-7F2C-2477-2B18-043C6A6A8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A616D3-8251-4F29-B0AB-FF8450921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4ECECF3-2561-8C20-E92B-93448F1C6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6EB7793-B2E1-4993-725D-3D9977B250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A2E294F-A98B-5DD9-BEEC-6F09B70664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0AAF9E2-106E-D1F5-2BF0-DE2925CD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A120A6C-FFDC-B406-9A67-1BD88A47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68579B2-EBD8-BB95-6EBC-FF61DB3A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30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B4C56-58A7-20C8-5326-949D84A8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6DCF862-86DC-822C-D100-275946B5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F637C5-E48B-554F-4442-22B3C0E03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29C596-DD14-BF79-978F-0D277D3E6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115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53322B-EB38-7F78-7FE6-F1C4FAD1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6055DD2-29FA-DD6E-58E2-0CFD0713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4687DA-5033-9096-2568-AA43A53F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379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E5444-271C-481E-CF60-3D2BEA46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1E597E-3F48-7D97-732F-63BE3F9B0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5714C9-430C-92C3-5B4B-D2D6CDFCA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8957C-E85C-1F6F-2C76-95CDD099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ABCFF2E-4AEF-13E5-CF7A-C825A3AA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C44B8C4-CB95-EEF0-96CE-F8F05F1FE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095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DCF4BC-68B3-B3F7-4441-0AC6D623B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7A43005-1178-5131-AB3E-C5189F12F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65DCB1-87FC-E02B-898D-972E3BF30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A37E364-A6E4-478E-6BB3-C61DB9EC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3CA3BBA-52AB-0030-D8B3-50D17C73D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920483-0AF4-B1F2-1BAD-DA645759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72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1BB53-F6A7-84F7-7526-284E060F2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150EC1-0E1E-D967-6EF5-B4AD4E08B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20F14B-2815-80D5-10ED-A392A972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98C306-D68E-BA03-01ED-9424A53EB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A8AC91-BD48-98C3-835C-832BA540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24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04BBAE4-02E9-CCA5-54CB-DCE94B565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1C7AEE-7975-B18A-1626-EFFA44419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084E7F-748D-14BC-54A3-7528103E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B89743-40B8-81E4-0349-9F51275C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EFA0A3-41B4-4D98-6B7A-F1066F24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29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38389F8-DCAC-5F13-4103-EE791463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3937CC-7BBD-FC8A-F00F-79B6C287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6727649-6402-7D74-8E4D-9E2F37524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EDF69-78C5-4321-AD9F-E50A3E378F73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2CBC14-D937-A41D-F0C6-5B7782565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AB7FFA-759D-92D0-E707-82BC4DC3CA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1A823-FBE0-4F38-A66D-F80A6983411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57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2F9BD4-3BB5-21E9-A588-ED6831D8AA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217BC77-7870-D66E-252B-51053A097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375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File:Infinite potential well-en.svg">
            <a:extLst>
              <a:ext uri="{FF2B5EF4-FFF2-40B4-BE49-F238E27FC236}">
                <a16:creationId xmlns:a16="http://schemas.microsoft.com/office/drawing/2014/main" id="{26ACB4F8-01F4-5A2F-09C0-9E5E2CD9A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806" y="1172585"/>
            <a:ext cx="6642388" cy="521326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CD38E08-E9FD-05BD-6A6C-365AA08A5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067" y="5993600"/>
            <a:ext cx="1362265" cy="11145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B314400-0571-003C-F23A-A9D341A6D72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714149" y="5532437"/>
                <a:ext cx="3588590" cy="1325563"/>
              </a:xfrm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4B314400-0571-003C-F23A-A9D341A6D7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714149" y="5532437"/>
                <a:ext cx="3588590" cy="1325563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109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1D09A05-2594-D07F-A2B9-F639BD615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7689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22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A9AD66F-55CD-7ED1-7DA0-643D1D163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7555"/>
            <a:ext cx="12192000" cy="492298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7C79464-3118-5070-F1F9-BA7F328A5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990" y="128853"/>
            <a:ext cx="2838450" cy="5524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AA994B8-D937-0A06-1A4B-AEF18E6F9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4178" y="4654482"/>
            <a:ext cx="4184074" cy="50496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799E262-EBD2-1565-85B6-48E39663E6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118" y="2509550"/>
            <a:ext cx="4017531" cy="157527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2FDD40A-4D88-E2F5-B68D-6F558B1B3B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5934" y="4019909"/>
            <a:ext cx="4178455" cy="504969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CCA36EE-518B-DA8A-2C72-812186CDB8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0271" y="423003"/>
            <a:ext cx="1343212" cy="45726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14338A42-8078-7594-BD99-F0D41C4A54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2379" y="1787251"/>
            <a:ext cx="2590800" cy="46672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77AA5FBB-32A0-E795-94A7-66028140CA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2379" y="4077204"/>
            <a:ext cx="2552700" cy="447675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2591C84B-0BC9-00EB-8293-AAF6C971E2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9829" y="4699386"/>
            <a:ext cx="1666875" cy="457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標題 1">
                <a:extLst>
                  <a:ext uri="{FF2B5EF4-FFF2-40B4-BE49-F238E27FC236}">
                    <a16:creationId xmlns:a16="http://schemas.microsoft.com/office/drawing/2014/main" id="{4F243DB3-9EBA-4674-D907-2F481E69DA4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254603" y="1024819"/>
                <a:ext cx="2338880" cy="638054"/>
              </a:xfrm>
            </p:spPr>
            <p:txBody>
              <a:bodyPr>
                <a:normAutofit fontScale="90000"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i="1" smtClean="0">
                          <a:latin typeface="Cambria Math" panose="02040503050406030204" pitchFamily="18" charset="0"/>
                        </a:rPr>
                        <m:t>U</m:t>
                      </m:r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>
          <p:sp>
            <p:nvSpPr>
              <p:cNvPr id="24" name="標題 1">
                <a:extLst>
                  <a:ext uri="{FF2B5EF4-FFF2-40B4-BE49-F238E27FC236}">
                    <a16:creationId xmlns:a16="http://schemas.microsoft.com/office/drawing/2014/main" id="{4F243DB3-9EBA-4674-D907-2F481E69DA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254603" y="1024819"/>
                <a:ext cx="2338880" cy="638054"/>
              </a:xfr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標題 1">
                <a:extLst>
                  <a:ext uri="{FF2B5EF4-FFF2-40B4-BE49-F238E27FC236}">
                    <a16:creationId xmlns:a16="http://schemas.microsoft.com/office/drawing/2014/main" id="{E93B9728-430A-F494-EAF0-50E37188A4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57214" y="917362"/>
                <a:ext cx="2838450" cy="63805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82500"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i="1" smtClean="0">
                          <a:latin typeface="Cambria Math" panose="02040503050406030204" pitchFamily="18" charset="0"/>
                        </a:rPr>
                        <m:t>U</m:t>
                      </m:r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>
          <p:sp>
            <p:nvSpPr>
              <p:cNvPr id="25" name="標題 1">
                <a:extLst>
                  <a:ext uri="{FF2B5EF4-FFF2-40B4-BE49-F238E27FC236}">
                    <a16:creationId xmlns:a16="http://schemas.microsoft.com/office/drawing/2014/main" id="{E93B9728-430A-F494-EAF0-50E37188A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214" y="917362"/>
                <a:ext cx="2838450" cy="63805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圖片 26">
            <a:extLst>
              <a:ext uri="{FF2B5EF4-FFF2-40B4-BE49-F238E27FC236}">
                <a16:creationId xmlns:a16="http://schemas.microsoft.com/office/drawing/2014/main" id="{544FF0EB-B094-3ADC-1E21-57C2A18F56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08027" y="5349255"/>
            <a:ext cx="1476375" cy="628650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B9CC549E-FCCB-C4E5-4040-C98D9830828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5014" y="5383414"/>
            <a:ext cx="371475" cy="800100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D377EF24-C629-0D24-68C6-B69F391EDFF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3876" y="5439742"/>
            <a:ext cx="581025" cy="447675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DE8B52E4-9784-7651-B9A2-9685DA6D7AF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50119" y="4572196"/>
            <a:ext cx="1028700" cy="32385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26DBE45A-9040-038E-C12C-99BE453A220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50119" y="3502486"/>
            <a:ext cx="1001805" cy="3192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標題 1">
                <a:extLst>
                  <a:ext uri="{FF2B5EF4-FFF2-40B4-BE49-F238E27FC236}">
                    <a16:creationId xmlns:a16="http://schemas.microsoft.com/office/drawing/2014/main" id="{ECC31FCD-0502-ECFE-D5C4-A5B76AA71E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25453" y="-440255"/>
                <a:ext cx="1402326" cy="44025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52500" lnSpcReduction="2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| </m:t>
                      </m:r>
                      <m:sSup>
                        <m:sSupPr>
                          <m:ctrlP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</m:e>
                        <m:sup>
                          <m:r>
                            <a:rPr lang="en-US" altLang="zh-TW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36" name="標題 1">
                <a:extLst>
                  <a:ext uri="{FF2B5EF4-FFF2-40B4-BE49-F238E27FC236}">
                    <a16:creationId xmlns:a16="http://schemas.microsoft.com/office/drawing/2014/main" id="{ECC31FCD-0502-ECFE-D5C4-A5B76AA71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5453" y="-440255"/>
                <a:ext cx="1402326" cy="440255"/>
              </a:xfrm>
              <a:prstGeom prst="rect">
                <a:avLst/>
              </a:prstGeom>
              <a:blipFill>
                <a:blip r:embed="rId19"/>
                <a:stretch>
                  <a:fillRect l="-3478" b="-152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" name="圖片 37">
            <a:extLst>
              <a:ext uri="{FF2B5EF4-FFF2-40B4-BE49-F238E27FC236}">
                <a16:creationId xmlns:a16="http://schemas.microsoft.com/office/drawing/2014/main" id="{2BA070C4-5D8A-0BF9-3BD6-D7BD1B679D3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40594" y="1324366"/>
            <a:ext cx="1047750" cy="3238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標題 1">
                <a:extLst>
                  <a:ext uri="{FF2B5EF4-FFF2-40B4-BE49-F238E27FC236}">
                    <a16:creationId xmlns:a16="http://schemas.microsoft.com/office/drawing/2014/main" id="{320BC41E-20AE-BEBE-623D-2B4184586D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95721" y="1024819"/>
                <a:ext cx="2338880" cy="63805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82500"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i="1" smtClean="0">
                          <a:latin typeface="Cambria Math" panose="02040503050406030204" pitchFamily="18" charset="0"/>
                        </a:rPr>
                        <m:t>U</m:t>
                      </m:r>
                      <m:d>
                        <m:d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>
          <p:sp>
            <p:nvSpPr>
              <p:cNvPr id="39" name="標題 1">
                <a:extLst>
                  <a:ext uri="{FF2B5EF4-FFF2-40B4-BE49-F238E27FC236}">
                    <a16:creationId xmlns:a16="http://schemas.microsoft.com/office/drawing/2014/main" id="{320BC41E-20AE-BEBE-623D-2B4184586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721" y="1024819"/>
                <a:ext cx="2338880" cy="6380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9451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591D2F-647C-1E2F-BDF6-AF506166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8B567E-FF60-F260-DE9B-8185ED579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3541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4665</TotalTime>
  <Words>18</Words>
  <Application>Microsoft Office PowerPoint</Application>
  <PresentationFormat>寬螢幕</PresentationFormat>
  <Paragraphs>6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佈景主題</vt:lpstr>
      <vt:lpstr>PowerPoint 簡報</vt:lpstr>
      <vt:lpstr>x</vt:lpstr>
      <vt:lpstr>PowerPoint 簡報</vt:lpstr>
      <vt:lpstr>U(x)=∞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Da-Kai Peng</dc:creator>
  <cp:lastModifiedBy>Da-Kai Peng</cp:lastModifiedBy>
  <cp:revision>7</cp:revision>
  <dcterms:created xsi:type="dcterms:W3CDTF">2026-03-30T10:19:02Z</dcterms:created>
  <dcterms:modified xsi:type="dcterms:W3CDTF">2026-05-10T05:27:08Z</dcterms:modified>
</cp:coreProperties>
</file>