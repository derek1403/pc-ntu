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A92F6-DB74-441C-AE03-347A3A27B69C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B3570-367B-4E20-A1EB-13BC1EC7DE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213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26E3AC-B8CD-B0FF-2CFA-75CB7895E5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79F2A5F-74B6-0738-D4E2-B1FC6E0C4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3A63E1-C024-2B54-674E-8FB8EEF33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851288-9ABB-401E-462A-86F97FE11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3282EA1-A904-DA82-4926-BA450DDE0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7888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92011-0B9D-0EA3-9B47-EE2E75AD7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DE0E35-59AF-79B3-20A2-280F0B83B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A1FC25E-6866-7A1F-DA69-FDC462D0F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ED9AB0-E3A4-F9E9-0EA4-91BF24EDE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35EAAC-9DCA-D112-529D-FF598497E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8207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CE713-4203-B33E-76ED-0AB3CD817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4A19F-28A6-D68F-23C4-F4E864E77A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2E876A-F656-13F9-8F6F-350D65D34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E777F5F-B9D2-3387-A7C8-E8AF7764D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64061D-7A1D-D045-C878-CBA6FD864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5009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EDF334-58D2-72AD-1612-47E438FA8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1277CD-7B5A-ED17-CA97-92DA5DEA3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EF7B465-F2FE-E356-6460-2DEFED4D2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ACD905B-8DC1-E15F-C7DA-1CF7801C3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1FED278-B0D3-F7AF-ECF8-D5E0551A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6462E6-E203-5AF4-7B48-E3A5FBFB1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1388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FEF02-7F2C-2477-2B18-043C6A6A8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AA616D3-8251-4F29-B0AB-FF845092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4ECECF3-2561-8C20-E92B-93448F1C6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6EB7793-B2E1-4993-725D-3D9977B250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A2E294F-A98B-5DD9-BEEC-6F09B70664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AAF9E2-106E-D1F5-2BF0-DE2925CD7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A120A6C-FFDC-B406-9A67-1BD88A47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68579B2-EBD8-BB95-6EBC-FF61DB3A1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8307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EB4C56-58A7-20C8-5326-949D84A8A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6DCF862-86DC-822C-D100-275946B5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F637C5-E48B-554F-4442-22B3C0E03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29C596-DD14-BF79-978F-0D277D3E6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111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553322B-EB38-7F78-7FE6-F1C4FAD1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6055DD2-29FA-DD6E-58E2-0CFD0713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4687DA-5033-9096-2568-AA43A53F5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837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E5444-271C-481E-CF60-3D2BEA46E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1E597E-3F48-7D97-732F-63BE3F9B0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45714C9-430C-92C3-5B4B-D2D6CDFC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8957C-E85C-1F6F-2C76-95CDD099F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ABCFF2E-4AEF-13E5-CF7A-C825A3AA1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C44B8C4-CB95-EEF0-96CE-F8F05F1F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095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DCF4BC-68B3-B3F7-4441-0AC6D623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7A43005-1178-5131-AB3E-C5189F12F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065DCB1-87FC-E02B-898D-972E3BF301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A37E364-A6E4-478E-6BB3-C61DB9EC7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3CA3BBA-52AB-0030-D8B3-50D17C73D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9920483-0AF4-B1F2-1BAD-DA6457595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720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21BB53-F6A7-84F7-7526-284E060F2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C150EC1-0E1E-D967-6EF5-B4AD4E08B8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20F14B-2815-80D5-10ED-A392A972E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98C306-D68E-BA03-01ED-9424A53EB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A8AC91-BD48-98C3-835C-832BA540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224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04BBAE4-02E9-CCA5-54CB-DCE94B5657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E1C7AEE-7975-B18A-1626-EFFA444196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084E7F-748D-14BC-54A3-7528103E9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1B89743-40B8-81E4-0349-9F51275C3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EFA0A3-41B4-4D98-6B7A-F1066F247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2294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38389F8-DCAC-5F13-4103-EE791463B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3937CC-7BBD-FC8A-F00F-79B6C2872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727649-6402-7D74-8E4D-9E2F375241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EDF69-78C5-4321-AD9F-E50A3E378F73}" type="datetimeFigureOut">
              <a:rPr lang="zh-TW" altLang="en-US" smtClean="0"/>
              <a:t>2026/4/30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2CBC14-D937-A41D-F0C6-5B7782565C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AB7FFA-759D-92D0-E707-82BC4DC3C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257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2F9BD4-3BB5-21E9-A588-ED6831D8AA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217BC77-7870-D66E-252B-51053A0973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6375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1811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Da-Kai Peng</dc:creator>
  <cp:lastModifiedBy>Da-Kai Peng</cp:lastModifiedBy>
  <cp:revision>6</cp:revision>
  <dcterms:created xsi:type="dcterms:W3CDTF">2026-03-30T10:19:02Z</dcterms:created>
  <dcterms:modified xsi:type="dcterms:W3CDTF">2026-04-30T02:33:58Z</dcterms:modified>
</cp:coreProperties>
</file>