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276" y="-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EFC37-9620-43DE-917B-8592171B3A61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2A874-6DCF-4D13-B3C5-87233F74CA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295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A874-6DCF-4D13-B3C5-87233F74CAB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15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6E3AC-B8CD-B0FF-2CFA-75CB7895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9F2A5F-74B6-0738-D4E2-B1FC6E0C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3A63E1-C024-2B54-674E-8FB8EEF3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51288-9ABB-401E-462A-86F97FE1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282EA1-A904-DA82-4926-BA450DDE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88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92011-0B9D-0EA3-9B47-EE2E75AD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E0E35-59AF-79B3-20A2-280F0B83B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1FC25E-6866-7A1F-DA69-FDC462D0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D9AB0-E3A4-F9E9-0EA4-91BF24ED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35EAAC-9DCA-D112-529D-FF598497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20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CE713-4203-B33E-76ED-0AB3CD81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D4A19F-28A6-D68F-23C4-F4E864E7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2E876A-F656-13F9-8F6F-350D65D3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777F5F-B9D2-3387-A7C8-E8AF7764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4061D-7A1D-D045-C878-CBA6FD86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0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F334-58D2-72AD-1612-47E438FA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277CD-7B5A-ED17-CA97-92DA5DEA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7B465-F2FE-E356-6460-2DEFED4D2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CD905B-8DC1-E15F-C7DA-1CF7801C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FED278-B0D3-F7AF-ECF8-D5E0551A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462E6-E203-5AF4-7B48-E3A5FBF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38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FEF02-7F2C-2477-2B18-043C6A6A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A616D3-8251-4F29-B0AB-FF845092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ECECF3-2561-8C20-E92B-93448F1C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EB7793-B2E1-4993-725D-3D9977B25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E294F-A98B-5DD9-BEEC-6F09B7066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AAF9E2-106E-D1F5-2BF0-DE2925C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120A6C-FFDC-B406-9A67-1BD88A47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8579B2-EBD8-BB95-6EBC-FF61DB3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30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B4C56-58A7-20C8-5326-949D84A8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DCF862-86DC-822C-D100-275946B5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F637C5-E48B-554F-4442-22B3C0E0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29C596-DD14-BF79-978F-0D277D3E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11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3322B-EB38-7F78-7FE6-F1C4FAD1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055DD2-29FA-DD6E-58E2-0CFD0713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4687DA-5033-9096-2568-AA43A53F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3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E5444-271C-481E-CF60-3D2BEA46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E597E-3F48-7D97-732F-63BE3F9B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5714C9-430C-92C3-5B4B-D2D6CDFC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8957C-E85C-1F6F-2C76-95CDD099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BCFF2E-4AEF-13E5-CF7A-C825A3AA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44B8C4-CB95-EEF0-96CE-F8F05F1F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95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CF4BC-68B3-B3F7-4441-0AC6D623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7A43005-1178-5131-AB3E-C5189F12F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65DCB1-87FC-E02B-898D-972E3BF30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37E364-A6E4-478E-6BB3-C61DB9EC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CA3BBA-52AB-0030-D8B3-50D17C73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920483-0AF4-B1F2-1BAD-DA645759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72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1BB53-F6A7-84F7-7526-284E060F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150EC1-0E1E-D967-6EF5-B4AD4E08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20F14B-2815-80D5-10ED-A392A972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8C306-D68E-BA03-01ED-9424A53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8AC91-BD48-98C3-835C-832BA540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4BBAE4-02E9-CCA5-54CB-DCE94B56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1C7AEE-7975-B18A-1626-EFFA4441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084E7F-748D-14BC-54A3-7528103E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B89743-40B8-81E4-0349-9F51275C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FA0A3-41B4-4D98-6B7A-F1066F2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2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8389F8-DCAC-5F13-4103-EE791463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3937CC-7BBD-FC8A-F00F-79B6C287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27649-6402-7D74-8E4D-9E2F37524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EDF69-78C5-4321-AD9F-E50A3E378F73}" type="datetimeFigureOut">
              <a:rPr lang="zh-TW" altLang="en-US" smtClean="0"/>
              <a:t>2026/4/6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2CBC14-D937-A41D-F0C6-5B7782565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AB7FFA-759D-92D0-E707-82BC4DC3C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57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F9BD4-3BB5-21E9-A588-ED6831D8A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17BC77-7870-D66E-252B-51053A097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375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1CADA5-E220-1D0A-395E-A31FACC0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0" y="5660649"/>
            <a:ext cx="7797799" cy="1325563"/>
          </a:xfrm>
        </p:spPr>
        <p:txBody>
          <a:bodyPr/>
          <a:lstStyle/>
          <a:p>
            <a:r>
              <a:rPr lang="en-US" altLang="zh-TW" b="1"/>
              <a:t>NaCl</a:t>
            </a:r>
            <a:r>
              <a:rPr lang="zh-TW" altLang="en-US" b="1"/>
              <a:t>的布拉格平面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917F12-F48C-F442-4C5B-6549134E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65125"/>
            <a:ext cx="10191750" cy="5381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AE56683-2991-8CCF-8848-BDAA10B85AD5}"/>
              </a:ext>
            </a:extLst>
          </p:cNvPr>
          <p:cNvSpPr/>
          <p:nvPr/>
        </p:nvSpPr>
        <p:spPr>
          <a:xfrm>
            <a:off x="7435273" y="1524000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CEA79D-5059-2BF1-E3A7-6AF3FC06B9A7}"/>
              </a:ext>
            </a:extLst>
          </p:cNvPr>
          <p:cNvSpPr/>
          <p:nvPr/>
        </p:nvSpPr>
        <p:spPr>
          <a:xfrm>
            <a:off x="8926945" y="1523999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AA081-1FC7-B8D7-58D3-12F95F22DC83}"/>
              </a:ext>
            </a:extLst>
          </p:cNvPr>
          <p:cNvSpPr/>
          <p:nvPr/>
        </p:nvSpPr>
        <p:spPr>
          <a:xfrm>
            <a:off x="10427853" y="1523999"/>
            <a:ext cx="295563" cy="3371273"/>
          </a:xfrm>
          <a:prstGeom prst="rect">
            <a:avLst/>
          </a:prstGeom>
          <a:solidFill>
            <a:srgbClr val="FF0000">
              <a:alpha val="4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A1C2F5-5D16-45FE-6A86-C0B1323E830D}"/>
              </a:ext>
            </a:extLst>
          </p:cNvPr>
          <p:cNvSpPr/>
          <p:nvPr/>
        </p:nvSpPr>
        <p:spPr>
          <a:xfrm rot="18774400">
            <a:off x="8988547" y="698295"/>
            <a:ext cx="295563" cy="5189369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B22A0CF-BA63-81C5-758E-934707366396}"/>
              </a:ext>
            </a:extLst>
          </p:cNvPr>
          <p:cNvSpPr/>
          <p:nvPr/>
        </p:nvSpPr>
        <p:spPr>
          <a:xfrm rot="18774400">
            <a:off x="8278948" y="1413558"/>
            <a:ext cx="295563" cy="5189369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0EDD75-37C9-02BF-D157-0FCB71B3A68B}"/>
              </a:ext>
            </a:extLst>
          </p:cNvPr>
          <p:cNvSpPr/>
          <p:nvPr/>
        </p:nvSpPr>
        <p:spPr>
          <a:xfrm>
            <a:off x="4265600" y="886691"/>
            <a:ext cx="1964328" cy="4391064"/>
          </a:xfrm>
          <a:prstGeom prst="rect">
            <a:avLst/>
          </a:prstGeom>
          <a:solidFill>
            <a:srgbClr val="FF0000">
              <a:alpha val="47000"/>
            </a:srgbClr>
          </a:solidFill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20A3BD-CE76-E28E-ADF0-5BE69F65BB69}"/>
              </a:ext>
            </a:extLst>
          </p:cNvPr>
          <p:cNvSpPr/>
          <p:nvPr/>
        </p:nvSpPr>
        <p:spPr>
          <a:xfrm>
            <a:off x="2121322" y="494429"/>
            <a:ext cx="3183088" cy="4912630"/>
          </a:xfrm>
          <a:prstGeom prst="rect">
            <a:avLst/>
          </a:prstGeom>
          <a:solidFill>
            <a:schemeClr val="accent5">
              <a:lumMod val="50000"/>
              <a:alpha val="45000"/>
            </a:schemeClr>
          </a:solidFill>
          <a:ln>
            <a:noFill/>
            <a:round/>
          </a:ln>
          <a:scene3d>
            <a:camera prst="isometricLeftDown">
              <a:rot lat="2340000" lon="2100000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4C07C72-BEFB-F90E-11F6-7218C5E9C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10" b="90265" l="2617" r="24673">
                        <a14:foregroundMark x1="18318" y1="54867" x2="18972" y2="54867"/>
                        <a14:foregroundMark x1="19439" y1="56460" x2="18505" y2="52035"/>
                        <a14:foregroundMark x1="15888" y1="54867" x2="16822" y2="54867"/>
                        <a14:foregroundMark x1="18411" y1="81770" x2="18972" y2="81770"/>
                        <a14:foregroundMark x1="18131" y1="84602" x2="17477" y2="84602"/>
                        <a14:foregroundMark x1="18131" y1="82655" x2="19439" y2="82832"/>
                        <a14:foregroundMark x1="20467" y1="83186" x2="19533" y2="83186"/>
                        <a14:foregroundMark x1="16075" y1="80177" x2="16822" y2="80354"/>
                        <a14:foregroundMark x1="11776" y1="79646" x2="12804" y2="79646"/>
                        <a14:foregroundMark x1="15327" y1="80531" x2="13458" y2="80354"/>
                        <a14:foregroundMark x1="14673" y1="79646" x2="17757" y2="81062"/>
                        <a14:foregroundMark x1="17944" y1="80531" x2="16075" y2="80354"/>
                        <a14:foregroundMark x1="17664" y1="80354" x2="19439" y2="80531"/>
                        <a14:foregroundMark x1="18692" y1="80531" x2="18879" y2="61416"/>
                        <a14:foregroundMark x1="18972" y1="59823" x2="19533" y2="64956"/>
                        <a14:foregroundMark x1="19159" y1="66726" x2="18879" y2="75221"/>
                        <a14:foregroundMark x1="20561" y1="83363" x2="17290" y2="83894"/>
                        <a14:foregroundMark x1="16916" y1="83717" x2="16542" y2="87080"/>
                        <a14:foregroundMark x1="16542" y1="87080" x2="16542" y2="87080"/>
                        <a14:foregroundMark x1="20093" y1="86018" x2="21215" y2="86549"/>
                        <a14:foregroundMark x1="18505" y1="86195" x2="19626" y2="86195"/>
                        <a14:foregroundMark x1="18785" y1="27965" x2="19159" y2="52743"/>
                        <a14:foregroundMark x1="18318" y1="20000" x2="19907" y2="24602"/>
                        <a14:foregroundMark x1="18131" y1="17699" x2="18972" y2="17699"/>
                        <a14:foregroundMark x1="18224" y1="17699" x2="18972" y2="17699"/>
                        <a14:foregroundMark x1="2991" y1="53628" x2="18785" y2="54336"/>
                        <a14:foregroundMark x1="8692" y1="46018" x2="4206" y2="52389"/>
                        <a14:foregroundMark x1="10280" y1="47257" x2="21682" y2="47965"/>
                        <a14:foregroundMark x1="8224" y1="12389" x2="9252" y2="19823"/>
                        <a14:foregroundMark x1="12897" y1="75752" x2="9346" y2="78584"/>
                        <a14:foregroundMark x1="8318" y1="80177" x2="2336" y2="84071"/>
                        <a14:foregroundMark x1="23551" y1="80177" x2="23925" y2="84956"/>
                        <a14:foregroundMark x1="13832" y1="36283" x2="13458" y2="44602"/>
                        <a14:foregroundMark x1="13178" y1="42301" x2="14299" y2="42832"/>
                        <a14:foregroundMark x1="13084" y1="7080" x2="14393" y2="12035"/>
                        <a14:foregroundMark x1="14019" y1="5310" x2="13925" y2="12035"/>
                        <a14:foregroundMark x1="24206" y1="14513" x2="24206" y2="19292"/>
                        <a14:foregroundMark x1="23178" y1="17876" x2="21495" y2="20000"/>
                        <a14:foregroundMark x1="24299" y1="13628" x2="24299" y2="18230"/>
                        <a14:foregroundMark x1="23832" y1="45841" x2="24112" y2="55575"/>
                        <a14:foregroundMark x1="23271" y1="51150" x2="20000" y2="53982"/>
                        <a14:foregroundMark x1="20748" y1="55221" x2="23645" y2="55575"/>
                        <a14:foregroundMark x1="21121" y1="55575" x2="22991" y2="55575"/>
                        <a14:foregroundMark x1="21121" y1="54690" x2="23178" y2="55044"/>
                        <a14:foregroundMark x1="24019" y1="78584" x2="24486" y2="82124"/>
                        <a14:foregroundMark x1="22336" y1="84071" x2="21589" y2="85133"/>
                        <a14:backgroundMark x1="15981" y1="37168" x2="17196" y2="42478"/>
                        <a14:backgroundMark x1="14953" y1="35398" x2="16075" y2="38938"/>
                        <a14:backgroundMark x1="14766" y1="36283" x2="17196" y2="43894"/>
                        <a14:backgroundMark x1="14393" y1="36637" x2="17196" y2="45841"/>
                        <a14:backgroundMark x1="14486" y1="36283" x2="14953" y2="45841"/>
                        <a14:backgroundMark x1="14579" y1="5133" x2="14299" y2="13451"/>
                        <a14:backgroundMark x1="21776" y1="53982" x2="22523" y2="53982"/>
                      </a14:backgroundRemoval>
                    </a14:imgEffect>
                  </a14:imgLayer>
                </a14:imgProps>
              </a:ext>
            </a:extLst>
          </a:blip>
          <a:srcRect l="12167" t="9664" r="74875" b="12761"/>
          <a:stretch>
            <a:fillRect/>
          </a:stretch>
        </p:blipFill>
        <p:spPr>
          <a:xfrm>
            <a:off x="2235201" y="886691"/>
            <a:ext cx="1320800" cy="417483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BD9C22E-8B33-47A3-FC3B-230922A503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752" b="99469" l="22991" r="42150">
                        <a14:foregroundMark x1="35140" y1="85310" x2="34112" y2="99646"/>
                        <a14:foregroundMark x1="22991" y1="88496" x2="34019" y2="89735"/>
                        <a14:foregroundMark x1="33271" y1="89027" x2="25981" y2="86903"/>
                        <a14:foregroundMark x1="35234" y1="85841" x2="35514" y2="94159"/>
                        <a14:foregroundMark x1="35047" y1="51858" x2="34486" y2="62478"/>
                        <a14:backgroundMark x1="36168" y1="51504" x2="37383" y2="62655"/>
                        <a14:backgroundMark x1="35701" y1="52920" x2="35888" y2="64248"/>
                        <a14:backgroundMark x1="35981" y1="75752" x2="35981" y2="97168"/>
                        <a14:backgroundMark x1="40374" y1="79115" x2="41402" y2="90619"/>
                        <a14:backgroundMark x1="40748" y1="82124" x2="41495" y2="49204"/>
                        <a14:backgroundMark x1="30467" y1="42124" x2="31308" y2="46195"/>
                        <a14:backgroundMark x1="29813" y1="68850" x2="32523" y2="79469"/>
                        <a14:backgroundMark x1="31028" y1="56637" x2="31121" y2="74159"/>
                        <a14:backgroundMark x1="31121" y1="48496" x2="31308" y2="55221"/>
                        <a14:backgroundMark x1="31495" y1="48142" x2="35327" y2="50619"/>
                        <a14:backgroundMark x1="31028" y1="75398" x2="32150" y2="82832"/>
                        <a14:backgroundMark x1="33458" y1="76106" x2="35234" y2="76106"/>
                      </a14:backgroundRemoval>
                    </a14:imgEffect>
                  </a14:imgLayer>
                </a14:imgProps>
              </a:ext>
            </a:extLst>
          </a:blip>
          <a:srcRect l="27784" t="28940" r="56178"/>
          <a:stretch>
            <a:fillRect/>
          </a:stretch>
        </p:blipFill>
        <p:spPr>
          <a:xfrm>
            <a:off x="3823817" y="1922588"/>
            <a:ext cx="1634530" cy="382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57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781F3-096D-67AC-90C5-92FF1A81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/>
              <a:t>初始狀態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6AE516-1448-50B5-6C16-D5F087A5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384" y="1323975"/>
            <a:ext cx="3743325" cy="42100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0FFCDB0-0D3B-5874-066B-BDC1F5BAF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1339"/>
            <a:ext cx="5019675" cy="2533650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400A8A4C-9850-8D23-6F4B-9FDB6E3F9577}"/>
              </a:ext>
            </a:extLst>
          </p:cNvPr>
          <p:cNvSpPr txBox="1">
            <a:spLocks/>
          </p:cNvSpPr>
          <p:nvPr/>
        </p:nvSpPr>
        <p:spPr>
          <a:xfrm>
            <a:off x="6717146" y="365125"/>
            <a:ext cx="4326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b="1"/>
              <a:t>結束狀態</a:t>
            </a:r>
          </a:p>
        </p:txBody>
      </p:sp>
    </p:spTree>
    <p:extLst>
      <p:ext uri="{BB962C8B-B14F-4D97-AF65-F5344CB8AC3E}">
        <p14:creationId xmlns:p14="http://schemas.microsoft.com/office/powerpoint/2010/main" val="2727133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394685E-7099-7B29-D76F-193FEE88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8294" cy="441063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2BF641E-1DAA-6768-8AE7-F6F43603E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294" y="889292"/>
            <a:ext cx="2912965" cy="2632050"/>
          </a:xfrm>
          <a:prstGeom prst="rect">
            <a:avLst/>
          </a:prstGeom>
          <a:solidFill>
            <a:schemeClr val="bg1">
              <a:alpha val="27000"/>
            </a:schemeClr>
          </a:solidFill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7E84745-6E50-E7CD-18AC-BA9ACE27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1" y="-97454"/>
            <a:ext cx="10515600" cy="1325563"/>
          </a:xfrm>
        </p:spPr>
        <p:txBody>
          <a:bodyPr/>
          <a:lstStyle/>
          <a:p>
            <a:r>
              <a:rPr lang="zh-TW" altLang="en-US" b="1"/>
              <a:t>康普頓效應</a:t>
            </a:r>
            <a:r>
              <a:rPr lang="en-US" altLang="zh-TW" b="1"/>
              <a:t>Compton Effect</a:t>
            </a:r>
            <a:endParaRPr lang="zh-TW" altLang="en-US" b="1"/>
          </a:p>
        </p:txBody>
      </p:sp>
    </p:spTree>
    <p:extLst>
      <p:ext uri="{BB962C8B-B14F-4D97-AF65-F5344CB8AC3E}">
        <p14:creationId xmlns:p14="http://schemas.microsoft.com/office/powerpoint/2010/main" val="1163858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EFD71-C833-8803-254F-6A3B90FC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579D7-38EC-CE1E-107C-E6EC55B24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4C275E-1871-3411-ED93-294C16EA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133"/>
            <a:ext cx="12192000" cy="670173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F7DCEC3-3051-6212-CFB1-026B852B5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582" y="3033260"/>
            <a:ext cx="1947956" cy="283183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4098D8-1F8C-8878-32AE-E4509264E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54624">
            <a:off x="4924786" y="3173454"/>
            <a:ext cx="723900" cy="4667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CF81B3A-68BA-B4D7-359B-5F116BE370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3961504" y="4119280"/>
            <a:ext cx="723900" cy="46672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2ACCA32-2EFA-464F-DB5C-1E10A822EF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3415074" y="3874864"/>
            <a:ext cx="723900" cy="46672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B035B9F-2932-D451-048E-96E09A6653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2884272" y="3639894"/>
            <a:ext cx="723900" cy="46672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6F04C9DD-EF5C-8FB4-D2B9-E977DA906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2221970" y="3340342"/>
            <a:ext cx="723900" cy="46672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79BF7F6-1620-CB62-27F2-FF0A1F64EB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1671756" y="3095357"/>
            <a:ext cx="723900" cy="46672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19DC4B2-806E-4686-3D25-18A76112F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1015674" y="2802787"/>
            <a:ext cx="723900" cy="46672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F21033F-03EE-8A12-8F2E-E29EA884E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553909" y="2599762"/>
            <a:ext cx="723900" cy="46672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DB6ADCCC-1F35-404E-CDE2-E9E91D8BC6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418746" y="2539142"/>
            <a:ext cx="723900" cy="46672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133CBF1-1052-F9B5-87A6-7FBD77EBEC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7371387" y="3851351"/>
            <a:ext cx="723900" cy="46672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6E97AA9-2DBC-EB30-4FAB-4FAE1E7EAE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6610588" y="4196582"/>
            <a:ext cx="723900" cy="466725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F265B6EC-0ADC-6411-A23C-0F75BF4E3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8239844" y="3460043"/>
            <a:ext cx="723900" cy="466725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FD4E5DE-3382-1027-D7A9-890EA4DB2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8867396" y="3173453"/>
            <a:ext cx="723900" cy="466725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1DB7F903-42E9-D451-B535-FDFE90CF49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9020894" y="3106979"/>
            <a:ext cx="723900" cy="466725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94561F81-4738-5A52-4585-5B31FBA74B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1579" b="97895" l="455" r="94091">
                        <a14:foregroundMark x1="13636" y1="71579" x2="79091" y2="77895"/>
                        <a14:foregroundMark x1="65000" y1="85263" x2="10909" y2="86842"/>
                        <a14:foregroundMark x1="9545" y1="67368" x2="10000" y2="92105"/>
                        <a14:foregroundMark x1="68182" y1="70000" x2="94091" y2="83684"/>
                        <a14:foregroundMark x1="81818" y1="70000" x2="94545" y2="75789"/>
                        <a14:foregroundMark x1="85455" y1="68421" x2="92727" y2="70000"/>
                        <a14:foregroundMark x1="71818" y1="18947" x2="68182" y2="31053"/>
                        <a14:foregroundMark x1="65909" y1="33684" x2="11818" y2="61579"/>
                        <a14:foregroundMark x1="49545" y1="52105" x2="31818" y2="56842"/>
                        <a14:foregroundMark x1="55455" y1="46842" x2="68636" y2="28421"/>
                        <a14:foregroundMark x1="14545" y1="66842" x2="909" y2="58947"/>
                        <a14:foregroundMark x1="4091" y1="54211" x2="10455" y2="97895"/>
                        <a14:foregroundMark x1="11818" y1="82105" x2="73182" y2="87895"/>
                        <a14:foregroundMark x1="70909" y1="37368" x2="70000" y2="22105"/>
                        <a14:foregroundMark x1="76364" y1="30000" x2="70000" y2="22105"/>
                        <a14:foregroundMark x1="66818" y1="18421" x2="74545" y2="23158"/>
                        <a14:foregroundMark x1="8182" y1="91579" x2="85455" y2="93158"/>
                        <a14:foregroundMark x1="87273" y1="83158" x2="92273" y2="93158"/>
                        <a14:foregroundMark x1="79091" y1="65789" x2="92727" y2="68947"/>
                        <a14:foregroundMark x1="51364" y1="64737" x2="61818" y2="73684"/>
                        <a14:backgroundMark x1="3636" y1="53158" x2="4091" y2="56842"/>
                        <a14:backgroundMark x1="9091" y1="56316" x2="5455" y2="52632"/>
                        <a14:backgroundMark x1="2727" y1="55263" x2="2727" y2="55263"/>
                        <a14:backgroundMark x1="7273" y1="50000" x2="4091" y2="589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9178" y="2722440"/>
            <a:ext cx="1706901" cy="1474142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6F9C8B43-6125-9060-4177-F5874663C5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72623">
            <a:off x="4899126" y="4329215"/>
            <a:ext cx="209550" cy="180975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0A16B569-E774-6F6D-32DD-085DEA0711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72623">
            <a:off x="4565173" y="4455478"/>
            <a:ext cx="417850" cy="360870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22BF0508-825F-BC92-EA92-72AF18447A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72623">
            <a:off x="4825724" y="4428615"/>
            <a:ext cx="209550" cy="180975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8E5C7AA7-A92B-B38D-6259-B0C3FA0D82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122" b="89796" l="0" r="97368">
                        <a14:foregroundMark x1="72368" y1="24490" x2="0" y2="77551"/>
                        <a14:foregroundMark x1="84211" y1="20408" x2="97368" y2="6122"/>
                        <a14:foregroundMark x1="13158" y1="65306" x2="67105" y2="18367"/>
                        <a14:foregroundMark x1="69737" y1="18367" x2="84211" y2="8163"/>
                        <a14:foregroundMark x1="89474" y1="24490" x2="2632" y2="83673"/>
                        <a14:foregroundMark x1="21053" y1="53061" x2="0" y2="693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900611">
            <a:off x="4300682" y="4269931"/>
            <a:ext cx="723900" cy="46672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36515350-A959-2A90-318D-D44DDC9D44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7858" y="4335749"/>
            <a:ext cx="254768" cy="442430"/>
          </a:xfrm>
          <a:prstGeom prst="rect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175D617E-21BE-EB11-8EBD-B784ABF702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90" y="4335749"/>
            <a:ext cx="254768" cy="442430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19AED03D-584F-2A48-D039-4DCE0F2E52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3627" y="4031979"/>
            <a:ext cx="147638" cy="214313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44399056-8E16-FED6-9310-712F39F9B1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4673" y="4022729"/>
            <a:ext cx="147638" cy="21431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C793000-C975-E051-43EE-5DF6B92BE0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5495" y="4654354"/>
            <a:ext cx="171450" cy="123825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C9DFA33D-3DD0-6ED2-7B50-B075AD16C7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2175" y="6115050"/>
            <a:ext cx="171450" cy="12382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83883946-E301-7DA2-7A96-52AB9E2966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7361" y1="70866" x2="10417" y2="33858"/>
                        <a14:foregroundMark x1="72222" y1="63780" x2="83333" y2="76378"/>
                        <a14:foregroundMark x1="84722" y1="72441" x2="79167" y2="38583"/>
                        <a14:foregroundMark x1="31944" y1="68504" x2="50694" y2="89764"/>
                        <a14:foregroundMark x1="27778" y1="55906" x2="15278" y2="37795"/>
                        <a14:foregroundMark x1="20833" y1="38583" x2="33333" y2="74016"/>
                        <a14:backgroundMark x1="23611" y1="66929" x2="20833" y2="56693"/>
                        <a14:backgroundMark x1="22917" y1="59055" x2="18750" y2="51969"/>
                        <a14:backgroundMark x1="20833" y1="55906" x2="16667" y2="48031"/>
                        <a14:backgroundMark x1="75000" y1="52756" x2="79861" y2="66142"/>
                        <a14:backgroundMark x1="69444" y1="62205" x2="81944" y2="81890"/>
                        <a14:backgroundMark x1="79167" y1="45669" x2="81944" y2="708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96904" y="522315"/>
            <a:ext cx="1273133" cy="112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82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16</Words>
  <Application>Microsoft Office PowerPoint</Application>
  <PresentationFormat>寬螢幕</PresentationFormat>
  <Paragraphs>5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佈景主題</vt:lpstr>
      <vt:lpstr>PowerPoint 簡報</vt:lpstr>
      <vt:lpstr>NaCl的布拉格平面</vt:lpstr>
      <vt:lpstr>初始狀態</vt:lpstr>
      <vt:lpstr>康普頓效應Compton Effect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2</cp:revision>
  <dcterms:created xsi:type="dcterms:W3CDTF">2026-03-30T10:19:02Z</dcterms:created>
  <dcterms:modified xsi:type="dcterms:W3CDTF">2026-04-06T07:11:19Z</dcterms:modified>
</cp:coreProperties>
</file>