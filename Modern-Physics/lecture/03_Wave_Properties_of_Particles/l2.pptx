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26E3AC-B8CD-B0FF-2CFA-75CB7895E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79F2A5F-74B6-0738-D4E2-B1FC6E0C4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3A63E1-C024-2B54-674E-8FB8EEF33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851288-9ABB-401E-462A-86F97FE11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282EA1-A904-DA82-4926-BA450DDE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788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92011-0B9D-0EA3-9B47-EE2E75AD7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DE0E35-59AF-79B3-20A2-280F0B83B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1FC25E-6866-7A1F-DA69-FDC462D0F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ED9AB0-E3A4-F9E9-0EA4-91BF24ED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35EAAC-9DCA-D112-529D-FF598497E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8207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1CE713-4203-B33E-76ED-0AB3CD81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D4A19F-28A6-D68F-23C4-F4E864E77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2E876A-F656-13F9-8F6F-350D65D34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777F5F-B9D2-3387-A7C8-E8AF7764D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64061D-7A1D-D045-C878-CBA6FD864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00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EDF334-58D2-72AD-1612-47E438FA8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1277CD-7B5A-ED17-CA97-92DA5DEA3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F7B465-F2FE-E356-6460-2DEFED4D2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ACD905B-8DC1-E15F-C7DA-1CF7801C3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FED278-B0D3-F7AF-ECF8-D5E0551A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6462E6-E203-5AF4-7B48-E3A5FBFB1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1388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5FEF02-7F2C-2477-2B18-043C6A6A8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A616D3-8251-4F29-B0AB-FF845092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4ECECF3-2561-8C20-E92B-93448F1C6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6EB7793-B2E1-4993-725D-3D9977B25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A2E294F-A98B-5DD9-BEEC-6F09B7066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0AAF9E2-106E-D1F5-2BF0-DE2925CD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A120A6C-FFDC-B406-9A67-1BD88A47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68579B2-EBD8-BB95-6EBC-FF61DB3A1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8307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EB4C56-58A7-20C8-5326-949D84A8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6DCF862-86DC-822C-D100-275946B5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F637C5-E48B-554F-4442-22B3C0E03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29C596-DD14-BF79-978F-0D277D3E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115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553322B-EB38-7F78-7FE6-F1C4FAD15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6055DD2-29FA-DD6E-58E2-0CFD0713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4687DA-5033-9096-2568-AA43A53F5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37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E5444-271C-481E-CF60-3D2BEA46E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1E597E-3F48-7D97-732F-63BE3F9B0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45714C9-430C-92C3-5B4B-D2D6CDFCA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F8957C-E85C-1F6F-2C76-95CDD099F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ABCFF2E-4AEF-13E5-CF7A-C825A3AA1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C44B8C4-CB95-EEF0-96CE-F8F05F1F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095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DCF4BC-68B3-B3F7-4441-0AC6D623B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7A43005-1178-5131-AB3E-C5189F12F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65DCB1-87FC-E02B-898D-972E3BF30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A37E364-A6E4-478E-6BB3-C61DB9EC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3CA3BBA-52AB-0030-D8B3-50D17C73D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9920483-0AF4-B1F2-1BAD-DA6457595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720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1BB53-F6A7-84F7-7526-284E060F2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C150EC1-0E1E-D967-6EF5-B4AD4E08B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20F14B-2815-80D5-10ED-A392A972E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98C306-D68E-BA03-01ED-9424A53E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A8AC91-BD48-98C3-835C-832BA540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22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04BBAE4-02E9-CCA5-54CB-DCE94B565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E1C7AEE-7975-B18A-1626-EFFA44419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084E7F-748D-14BC-54A3-7528103E9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B89743-40B8-81E4-0349-9F51275C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EFA0A3-41B4-4D98-6B7A-F1066F24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29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38389F8-DCAC-5F13-4103-EE791463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3937CC-7BBD-FC8A-F00F-79B6C2872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727649-6402-7D74-8E4D-9E2F37524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EDF69-78C5-4321-AD9F-E50A3E378F73}" type="datetimeFigureOut">
              <a:rPr lang="zh-TW" altLang="en-US" smtClean="0"/>
              <a:t>2026/3/30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2CBC14-D937-A41D-F0C6-5B7782565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AB7FFA-759D-92D0-E707-82BC4DC3C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257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2F9BD4-3BB5-21E9-A588-ED6831D8A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217BC77-7870-D66E-252B-51053A0973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375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1CADA5-E220-1D0A-395E-A31FACC07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0" y="5660649"/>
            <a:ext cx="7797799" cy="1325563"/>
          </a:xfrm>
        </p:spPr>
        <p:txBody>
          <a:bodyPr/>
          <a:lstStyle/>
          <a:p>
            <a:r>
              <a:rPr lang="en-US" altLang="zh-TW" b="1"/>
              <a:t>NaCl</a:t>
            </a:r>
            <a:r>
              <a:rPr lang="zh-TW" altLang="en-US" b="1"/>
              <a:t>的布拉格平面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B917F12-F48C-F442-4C5B-6549134E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65125"/>
            <a:ext cx="10191750" cy="53816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E56683-2991-8CCF-8848-BDAA10B85AD5}"/>
              </a:ext>
            </a:extLst>
          </p:cNvPr>
          <p:cNvSpPr/>
          <p:nvPr/>
        </p:nvSpPr>
        <p:spPr>
          <a:xfrm>
            <a:off x="7435273" y="1524000"/>
            <a:ext cx="295563" cy="3371273"/>
          </a:xfrm>
          <a:prstGeom prst="rect">
            <a:avLst/>
          </a:prstGeom>
          <a:solidFill>
            <a:srgbClr val="FF0000">
              <a:alpha val="4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CEA79D-5059-2BF1-E3A7-6AF3FC06B9A7}"/>
              </a:ext>
            </a:extLst>
          </p:cNvPr>
          <p:cNvSpPr/>
          <p:nvPr/>
        </p:nvSpPr>
        <p:spPr>
          <a:xfrm>
            <a:off x="8926945" y="1523999"/>
            <a:ext cx="295563" cy="3371273"/>
          </a:xfrm>
          <a:prstGeom prst="rect">
            <a:avLst/>
          </a:prstGeom>
          <a:solidFill>
            <a:srgbClr val="FF0000">
              <a:alpha val="4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4AA081-1FC7-B8D7-58D3-12F95F22DC83}"/>
              </a:ext>
            </a:extLst>
          </p:cNvPr>
          <p:cNvSpPr/>
          <p:nvPr/>
        </p:nvSpPr>
        <p:spPr>
          <a:xfrm>
            <a:off x="10427853" y="1523999"/>
            <a:ext cx="295563" cy="3371273"/>
          </a:xfrm>
          <a:prstGeom prst="rect">
            <a:avLst/>
          </a:prstGeom>
          <a:solidFill>
            <a:srgbClr val="FF0000">
              <a:alpha val="4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A1C2F5-5D16-45FE-6A86-C0B1323E830D}"/>
              </a:ext>
            </a:extLst>
          </p:cNvPr>
          <p:cNvSpPr/>
          <p:nvPr/>
        </p:nvSpPr>
        <p:spPr>
          <a:xfrm rot="18774400">
            <a:off x="8988547" y="698295"/>
            <a:ext cx="295563" cy="5189369"/>
          </a:xfrm>
          <a:prstGeom prst="rect">
            <a:avLst/>
          </a:prstGeom>
          <a:solidFill>
            <a:schemeClr val="accent5">
              <a:lumMod val="50000"/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B22A0CF-BA63-81C5-758E-934707366396}"/>
              </a:ext>
            </a:extLst>
          </p:cNvPr>
          <p:cNvSpPr/>
          <p:nvPr/>
        </p:nvSpPr>
        <p:spPr>
          <a:xfrm rot="18774400">
            <a:off x="8278948" y="1413558"/>
            <a:ext cx="295563" cy="5189369"/>
          </a:xfrm>
          <a:prstGeom prst="rect">
            <a:avLst/>
          </a:prstGeom>
          <a:solidFill>
            <a:schemeClr val="accent5">
              <a:lumMod val="50000"/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40EDD75-37C9-02BF-D157-0FCB71B3A68B}"/>
              </a:ext>
            </a:extLst>
          </p:cNvPr>
          <p:cNvSpPr/>
          <p:nvPr/>
        </p:nvSpPr>
        <p:spPr>
          <a:xfrm>
            <a:off x="4265600" y="886691"/>
            <a:ext cx="1964328" cy="4391064"/>
          </a:xfrm>
          <a:prstGeom prst="rect">
            <a:avLst/>
          </a:prstGeom>
          <a:solidFill>
            <a:srgbClr val="FF0000">
              <a:alpha val="47000"/>
            </a:srgbClr>
          </a:solidFill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20A3BD-CE76-E28E-ADF0-5BE69F65BB69}"/>
              </a:ext>
            </a:extLst>
          </p:cNvPr>
          <p:cNvSpPr/>
          <p:nvPr/>
        </p:nvSpPr>
        <p:spPr>
          <a:xfrm>
            <a:off x="2121322" y="494429"/>
            <a:ext cx="3183088" cy="4912630"/>
          </a:xfrm>
          <a:prstGeom prst="rect">
            <a:avLst/>
          </a:prstGeom>
          <a:solidFill>
            <a:schemeClr val="accent5">
              <a:lumMod val="50000"/>
              <a:alpha val="45000"/>
            </a:schemeClr>
          </a:solidFill>
          <a:ln>
            <a:noFill/>
            <a:round/>
          </a:ln>
          <a:scene3d>
            <a:camera prst="isometricLeftDown">
              <a:rot lat="2340000" lon="2100000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14C07C72-BEFB-F90E-11F6-7218C5E9C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310" b="90265" l="2617" r="24673">
                        <a14:foregroundMark x1="18318" y1="54867" x2="18972" y2="54867"/>
                        <a14:foregroundMark x1="19439" y1="56460" x2="18505" y2="52035"/>
                        <a14:foregroundMark x1="15888" y1="54867" x2="16822" y2="54867"/>
                        <a14:foregroundMark x1="18411" y1="81770" x2="18972" y2="81770"/>
                        <a14:foregroundMark x1="18131" y1="84602" x2="17477" y2="84602"/>
                        <a14:foregroundMark x1="18131" y1="82655" x2="19439" y2="82832"/>
                        <a14:foregroundMark x1="20467" y1="83186" x2="19533" y2="83186"/>
                        <a14:foregroundMark x1="16075" y1="80177" x2="16822" y2="80354"/>
                        <a14:foregroundMark x1="11776" y1="79646" x2="12804" y2="79646"/>
                        <a14:foregroundMark x1="15327" y1="80531" x2="13458" y2="80354"/>
                        <a14:foregroundMark x1="14673" y1="79646" x2="17757" y2="81062"/>
                        <a14:foregroundMark x1="17944" y1="80531" x2="16075" y2="80354"/>
                        <a14:foregroundMark x1="17664" y1="80354" x2="19439" y2="80531"/>
                        <a14:foregroundMark x1="18692" y1="80531" x2="18879" y2="61416"/>
                        <a14:foregroundMark x1="18972" y1="59823" x2="19533" y2="64956"/>
                        <a14:foregroundMark x1="19159" y1="66726" x2="18879" y2="75221"/>
                        <a14:foregroundMark x1="20561" y1="83363" x2="17290" y2="83894"/>
                        <a14:foregroundMark x1="16916" y1="83717" x2="16542" y2="87080"/>
                        <a14:foregroundMark x1="16542" y1="87080" x2="16542" y2="87080"/>
                        <a14:foregroundMark x1="20093" y1="86018" x2="21215" y2="86549"/>
                        <a14:foregroundMark x1="18505" y1="86195" x2="19626" y2="86195"/>
                        <a14:foregroundMark x1="18785" y1="27965" x2="19159" y2="52743"/>
                        <a14:foregroundMark x1="18318" y1="20000" x2="19907" y2="24602"/>
                        <a14:foregroundMark x1="18131" y1="17699" x2="18972" y2="17699"/>
                        <a14:foregroundMark x1="18224" y1="17699" x2="18972" y2="17699"/>
                        <a14:foregroundMark x1="2991" y1="53628" x2="18785" y2="54336"/>
                        <a14:foregroundMark x1="8692" y1="46018" x2="4206" y2="52389"/>
                        <a14:foregroundMark x1="10280" y1="47257" x2="21682" y2="47965"/>
                        <a14:foregroundMark x1="8224" y1="12389" x2="9252" y2="19823"/>
                        <a14:foregroundMark x1="12897" y1="75752" x2="9346" y2="78584"/>
                        <a14:foregroundMark x1="8318" y1="80177" x2="2336" y2="84071"/>
                        <a14:foregroundMark x1="23551" y1="80177" x2="23925" y2="84956"/>
                        <a14:foregroundMark x1="13832" y1="36283" x2="13458" y2="44602"/>
                        <a14:foregroundMark x1="13178" y1="42301" x2="14299" y2="42832"/>
                        <a14:foregroundMark x1="13084" y1="7080" x2="14393" y2="12035"/>
                        <a14:foregroundMark x1="14019" y1="5310" x2="13925" y2="12035"/>
                        <a14:foregroundMark x1="24206" y1="14513" x2="24206" y2="19292"/>
                        <a14:foregroundMark x1="23178" y1="17876" x2="21495" y2="20000"/>
                        <a14:foregroundMark x1="24299" y1="13628" x2="24299" y2="18230"/>
                        <a14:foregroundMark x1="23832" y1="45841" x2="24112" y2="55575"/>
                        <a14:foregroundMark x1="23271" y1="51150" x2="20000" y2="53982"/>
                        <a14:foregroundMark x1="20748" y1="55221" x2="23645" y2="55575"/>
                        <a14:foregroundMark x1="21121" y1="55575" x2="22991" y2="55575"/>
                        <a14:foregroundMark x1="21121" y1="54690" x2="23178" y2="55044"/>
                        <a14:foregroundMark x1="24019" y1="78584" x2="24486" y2="82124"/>
                        <a14:foregroundMark x1="22336" y1="84071" x2="21589" y2="85133"/>
                        <a14:backgroundMark x1="15981" y1="37168" x2="17196" y2="42478"/>
                        <a14:backgroundMark x1="14953" y1="35398" x2="16075" y2="38938"/>
                        <a14:backgroundMark x1="14766" y1="36283" x2="17196" y2="43894"/>
                        <a14:backgroundMark x1="14393" y1="36637" x2="17196" y2="45841"/>
                        <a14:backgroundMark x1="14486" y1="36283" x2="14953" y2="45841"/>
                        <a14:backgroundMark x1="14579" y1="5133" x2="14299" y2="13451"/>
                        <a14:backgroundMark x1="21776" y1="53982" x2="22523" y2="53982"/>
                      </a14:backgroundRemoval>
                    </a14:imgEffect>
                  </a14:imgLayer>
                </a14:imgProps>
              </a:ext>
            </a:extLst>
          </a:blip>
          <a:srcRect l="12167" t="9664" r="74875" b="12761"/>
          <a:stretch>
            <a:fillRect/>
          </a:stretch>
        </p:blipFill>
        <p:spPr>
          <a:xfrm>
            <a:off x="2235201" y="886691"/>
            <a:ext cx="1320800" cy="4174836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DBD9C22E-8B33-47A3-FC3B-230922A503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5752" b="99469" l="22991" r="42150">
                        <a14:foregroundMark x1="35140" y1="85310" x2="34112" y2="99646"/>
                        <a14:foregroundMark x1="22991" y1="88496" x2="34019" y2="89735"/>
                        <a14:foregroundMark x1="33271" y1="89027" x2="25981" y2="86903"/>
                        <a14:foregroundMark x1="35234" y1="85841" x2="35514" y2="94159"/>
                        <a14:foregroundMark x1="35047" y1="51858" x2="34486" y2="62478"/>
                        <a14:backgroundMark x1="36168" y1="51504" x2="37383" y2="62655"/>
                        <a14:backgroundMark x1="35701" y1="52920" x2="35888" y2="64248"/>
                        <a14:backgroundMark x1="35981" y1="75752" x2="35981" y2="97168"/>
                        <a14:backgroundMark x1="40374" y1="79115" x2="41402" y2="90619"/>
                        <a14:backgroundMark x1="40748" y1="82124" x2="41495" y2="49204"/>
                        <a14:backgroundMark x1="30467" y1="42124" x2="31308" y2="46195"/>
                        <a14:backgroundMark x1="29813" y1="68850" x2="32523" y2="79469"/>
                        <a14:backgroundMark x1="31028" y1="56637" x2="31121" y2="74159"/>
                        <a14:backgroundMark x1="31121" y1="48496" x2="31308" y2="55221"/>
                        <a14:backgroundMark x1="31495" y1="48142" x2="35327" y2="50619"/>
                        <a14:backgroundMark x1="31028" y1="75398" x2="32150" y2="82832"/>
                        <a14:backgroundMark x1="33458" y1="76106" x2="35234" y2="76106"/>
                      </a14:backgroundRemoval>
                    </a14:imgEffect>
                  </a14:imgLayer>
                </a14:imgProps>
              </a:ext>
            </a:extLst>
          </a:blip>
          <a:srcRect l="27784" t="28940" r="56178"/>
          <a:stretch>
            <a:fillRect/>
          </a:stretch>
        </p:blipFill>
        <p:spPr>
          <a:xfrm>
            <a:off x="3823817" y="1922588"/>
            <a:ext cx="1634530" cy="382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57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4781F3-096D-67AC-90C5-92FF1A81D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/>
              <a:t>初始狀態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E6AE516-1448-50B5-6C16-D5F087A5F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384" y="1323975"/>
            <a:ext cx="3743325" cy="42100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0FFCDB0-0D3B-5874-066B-BDC1F5BAF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1339"/>
            <a:ext cx="5019675" cy="2533650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400A8A4C-9850-8D23-6F4B-9FDB6E3F9577}"/>
              </a:ext>
            </a:extLst>
          </p:cNvPr>
          <p:cNvSpPr txBox="1">
            <a:spLocks/>
          </p:cNvSpPr>
          <p:nvPr/>
        </p:nvSpPr>
        <p:spPr>
          <a:xfrm>
            <a:off x="6717146" y="365125"/>
            <a:ext cx="4326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b="1"/>
              <a:t>結束狀態</a:t>
            </a:r>
          </a:p>
        </p:txBody>
      </p:sp>
    </p:spTree>
    <p:extLst>
      <p:ext uri="{BB962C8B-B14F-4D97-AF65-F5344CB8AC3E}">
        <p14:creationId xmlns:p14="http://schemas.microsoft.com/office/powerpoint/2010/main" val="2727133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394685E-7099-7B29-D76F-193FEE88A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68294" cy="441063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2BF641E-1DAA-6768-8AE7-F6F43603E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294" y="889292"/>
            <a:ext cx="2912965" cy="2632050"/>
          </a:xfrm>
          <a:prstGeom prst="rect">
            <a:avLst/>
          </a:prstGeom>
          <a:solidFill>
            <a:schemeClr val="bg1">
              <a:alpha val="27000"/>
            </a:schemeClr>
          </a:solidFill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7E84745-6E50-E7CD-18AC-BA9ACE27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1" y="-97454"/>
            <a:ext cx="10515600" cy="1325563"/>
          </a:xfrm>
        </p:spPr>
        <p:txBody>
          <a:bodyPr/>
          <a:lstStyle/>
          <a:p>
            <a:r>
              <a:rPr lang="zh-TW" altLang="en-US" b="1"/>
              <a:t>康普頓效應</a:t>
            </a:r>
            <a:r>
              <a:rPr lang="en-US" altLang="zh-TW" b="1"/>
              <a:t>Compton Effect</a:t>
            </a:r>
            <a:endParaRPr lang="zh-TW" altLang="en-US" b="1"/>
          </a:p>
        </p:txBody>
      </p:sp>
    </p:spTree>
    <p:extLst>
      <p:ext uri="{BB962C8B-B14F-4D97-AF65-F5344CB8AC3E}">
        <p14:creationId xmlns:p14="http://schemas.microsoft.com/office/powerpoint/2010/main" val="1163858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</TotalTime>
  <Words>15</Words>
  <Application>Microsoft Office PowerPoint</Application>
  <PresentationFormat>寬螢幕</PresentationFormat>
  <Paragraphs>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佈景主題</vt:lpstr>
      <vt:lpstr>PowerPoint 簡報</vt:lpstr>
      <vt:lpstr>NaCl的布拉格平面</vt:lpstr>
      <vt:lpstr>初始狀態</vt:lpstr>
      <vt:lpstr>康普頓效應Compton Effect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Da-Kai Peng</dc:creator>
  <cp:lastModifiedBy>Da-Kai Peng</cp:lastModifiedBy>
  <cp:revision>1</cp:revision>
  <dcterms:created xsi:type="dcterms:W3CDTF">2026-03-30T10:19:02Z</dcterms:created>
  <dcterms:modified xsi:type="dcterms:W3CDTF">2026-03-31T04:50:02Z</dcterms:modified>
</cp:coreProperties>
</file>