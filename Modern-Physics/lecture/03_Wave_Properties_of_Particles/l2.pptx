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26E3AC-B8CD-B0FF-2CFA-75CB7895E5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79F2A5F-74B6-0738-D4E2-B1FC6E0C4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13A63E1-C024-2B54-674E-8FB8EEF33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851288-9ABB-401E-462A-86F97FE11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3282EA1-A904-DA82-4926-BA450DDE0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7888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92011-0B9D-0EA3-9B47-EE2E75AD7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DE0E35-59AF-79B3-20A2-280F0B83B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A1FC25E-6866-7A1F-DA69-FDC462D0F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ED9AB0-E3A4-F9E9-0EA4-91BF24EDE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435EAAC-9DCA-D112-529D-FF598497E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8207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CE713-4203-B33E-76ED-0AB3CD817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4A19F-28A6-D68F-23C4-F4E864E77A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C2E876A-F656-13F9-8F6F-350D65D34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E777F5F-B9D2-3387-A7C8-E8AF7764D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564061D-7A1D-D045-C878-CBA6FD864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5009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EDF334-58D2-72AD-1612-47E438FA8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B1277CD-7B5A-ED17-CA97-92DA5DEA3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EF7B465-F2FE-E356-6460-2DEFED4D2C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ACD905B-8DC1-E15F-C7DA-1CF7801C3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1FED278-B0D3-F7AF-ECF8-D5E0551A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56462E6-E203-5AF4-7B48-E3A5FBFB1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1388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FEF02-7F2C-2477-2B18-043C6A6A8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AA616D3-8251-4F29-B0AB-FF8450921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4ECECF3-2561-8C20-E92B-93448F1C6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6EB7793-B2E1-4993-725D-3D9977B250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A2E294F-A98B-5DD9-BEEC-6F09B70664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AAF9E2-106E-D1F5-2BF0-DE2925CD7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A120A6C-FFDC-B406-9A67-1BD88A47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68579B2-EBD8-BB95-6EBC-FF61DB3A1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8307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EB4C56-58A7-20C8-5326-949D84A8A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6DCF862-86DC-822C-D100-275946B5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F637C5-E48B-554F-4442-22B3C0E03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29C596-DD14-BF79-978F-0D277D3E6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1115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553322B-EB38-7F78-7FE6-F1C4FAD1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6055DD2-29FA-DD6E-58E2-0CFD0713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4687DA-5033-9096-2568-AA43A53F5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8379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E5444-271C-481E-CF60-3D2BEA46E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1E597E-3F48-7D97-732F-63BE3F9B0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45714C9-430C-92C3-5B4B-D2D6CDFCA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8F8957C-E85C-1F6F-2C76-95CDD099F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ABCFF2E-4AEF-13E5-CF7A-C825A3AA1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C44B8C4-CB95-EEF0-96CE-F8F05F1F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0956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DCF4BC-68B3-B3F7-4441-0AC6D623B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7A43005-1178-5131-AB3E-C5189F12F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065DCB1-87FC-E02B-898D-972E3BF301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A37E364-A6E4-478E-6BB3-C61DB9EC7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3CA3BBA-52AB-0030-D8B3-50D17C73D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9920483-0AF4-B1F2-1BAD-DA6457595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1720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21BB53-F6A7-84F7-7526-284E060F2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C150EC1-0E1E-D967-6EF5-B4AD4E08B8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720F14B-2815-80D5-10ED-A392A972E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798C306-D68E-BA03-01ED-9424A53EB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FA8AC91-BD48-98C3-835C-832BA540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224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04BBAE4-02E9-CCA5-54CB-DCE94B5657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E1C7AEE-7975-B18A-1626-EFFA444196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5084E7F-748D-14BC-54A3-7528103E9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1B89743-40B8-81E4-0349-9F51275C3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7EFA0A3-41B4-4D98-6B7A-F1066F247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22948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38389F8-DCAC-5F13-4103-EE791463B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3937CC-7BBD-FC8A-F00F-79B6C2872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727649-6402-7D74-8E4D-9E2F375241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EDF69-78C5-4321-AD9F-E50A3E378F7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F2CBC14-D937-A41D-F0C6-5B7782565C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AB7FFA-759D-92D0-E707-82BC4DC3CA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C1A823-FBE0-4F38-A66D-F80A698341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2577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2F9BD4-3BB5-21E9-A588-ED6831D8AA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217BC77-7870-D66E-252B-51053A0973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6375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E84745-6E50-E7CD-18AC-BA9ACE278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41" y="-97454"/>
            <a:ext cx="12301332" cy="1325563"/>
          </a:xfrm>
        </p:spPr>
        <p:txBody>
          <a:bodyPr/>
          <a:lstStyle/>
          <a:p>
            <a:r>
              <a:rPr lang="en-US" altLang="zh-TW" b="1"/>
              <a:t>Davisson-Germer Experiment Schematic &amp; Data Plots</a:t>
            </a:r>
            <a:endParaRPr lang="zh-TW" altLang="en-US" b="1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DD9F199-E7B3-8996-F338-C3E67E479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051"/>
            <a:ext cx="12192000" cy="4921898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96D19C27-DC10-B5D4-D793-B30A01976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528" y="1982901"/>
            <a:ext cx="7909472" cy="3152256"/>
          </a:xfrm>
          <a:prstGeom prst="rect">
            <a:avLst/>
          </a:prstGeom>
        </p:spPr>
      </p:pic>
      <p:sp>
        <p:nvSpPr>
          <p:cNvPr id="15" name="標題 1">
            <a:extLst>
              <a:ext uri="{FF2B5EF4-FFF2-40B4-BE49-F238E27FC236}">
                <a16:creationId xmlns:a16="http://schemas.microsoft.com/office/drawing/2014/main" id="{61F3FA1B-F31D-9271-AF4D-85CC0AAAFAF7}"/>
              </a:ext>
            </a:extLst>
          </p:cNvPr>
          <p:cNvSpPr txBox="1">
            <a:spLocks/>
          </p:cNvSpPr>
          <p:nvPr/>
        </p:nvSpPr>
        <p:spPr>
          <a:xfrm>
            <a:off x="1320799" y="5135157"/>
            <a:ext cx="11485419" cy="9097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2400" b="1"/>
              <a:t>靶材</a:t>
            </a:r>
            <a:r>
              <a:rPr lang="en-US" altLang="zh-TW" sz="2400" b="1"/>
              <a:t>(</a:t>
            </a:r>
            <a:r>
              <a:rPr lang="zh-TW" altLang="en-US" sz="2400" b="1"/>
              <a:t>鎳單晶體</a:t>
            </a:r>
            <a:r>
              <a:rPr lang="en-US" altLang="zh-TW" sz="2400" b="1"/>
              <a:t>)</a:t>
            </a:r>
            <a:endParaRPr lang="zh-TW" altLang="en-US" sz="2400" b="1"/>
          </a:p>
        </p:txBody>
      </p:sp>
    </p:spTree>
    <p:extLst>
      <p:ext uri="{BB962C8B-B14F-4D97-AF65-F5344CB8AC3E}">
        <p14:creationId xmlns:p14="http://schemas.microsoft.com/office/powerpoint/2010/main" val="1163858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1511</TotalTime>
  <Words>13</Words>
  <Application>Microsoft Office PowerPoint</Application>
  <PresentationFormat>寬螢幕</PresentationFormat>
  <Paragraphs>2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佈景主題</vt:lpstr>
      <vt:lpstr>PowerPoint 簡報</vt:lpstr>
      <vt:lpstr>Davisson-Germer Experiment Schematic &amp; Data Plots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Da-Kai Peng</dc:creator>
  <cp:lastModifiedBy>Da-Kai Peng</cp:lastModifiedBy>
  <cp:revision>2</cp:revision>
  <dcterms:created xsi:type="dcterms:W3CDTF">2026-03-30T10:19:02Z</dcterms:created>
  <dcterms:modified xsi:type="dcterms:W3CDTF">2026-04-09T09:31:59Z</dcterms:modified>
</cp:coreProperties>
</file>