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4" d="100"/>
          <a:sy n="154" d="100"/>
        </p:scale>
        <p:origin x="1488" y="-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51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28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660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13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70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103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037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87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91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26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57E1D-845E-4368-8F33-70E346E652F4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2BAE0-9B69-427B-A79E-6749D0DBC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60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microsoft.com/office/2007/relationships/hdphoto" Target="../media/hdphoto1.wdp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microsoft.com/office/2007/relationships/hdphoto" Target="../media/hdphoto2.wdp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9FFB89-B721-4EC5-17E1-962CCDED0D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D871603-7651-5690-64C6-97460E2055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23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ADCE11-A90D-03E1-52FF-E5E7018B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96C10C-D899-4DDF-1064-47DC5882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2FF062-27E1-0D9D-E0C2-0E9C66B69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9" y="4167188"/>
            <a:ext cx="6731162" cy="3857625"/>
          </a:xfrm>
          <a:prstGeom prst="rect">
            <a:avLst/>
          </a:prstGeom>
        </p:spPr>
      </p:pic>
      <p:sp>
        <p:nvSpPr>
          <p:cNvPr id="6" name="箭號: 弧形右彎 5">
            <a:extLst>
              <a:ext uri="{FF2B5EF4-FFF2-40B4-BE49-F238E27FC236}">
                <a16:creationId xmlns:a16="http://schemas.microsoft.com/office/drawing/2014/main" id="{9880C6A8-8649-E3AF-DD7D-299D8F7336DA}"/>
              </a:ext>
            </a:extLst>
          </p:cNvPr>
          <p:cNvSpPr/>
          <p:nvPr/>
        </p:nvSpPr>
        <p:spPr>
          <a:xfrm>
            <a:off x="2028175" y="4372571"/>
            <a:ext cx="596179" cy="332347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227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D987A39-E3C2-39F0-4443-369DF0066E83}"/>
              </a:ext>
            </a:extLst>
          </p:cNvPr>
          <p:cNvSpPr txBox="1"/>
          <p:nvPr/>
        </p:nvSpPr>
        <p:spPr>
          <a:xfrm>
            <a:off x="1714029" y="5993538"/>
            <a:ext cx="3428057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sz="1013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3E93D55-93F0-3D0B-5D38-52F805C96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9" y="4167188"/>
            <a:ext cx="6731162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67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FF2A73-EC83-F664-782A-7AFFA0B602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368752" y="3592646"/>
            <a:ext cx="1293779" cy="135772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5CDB542-BC60-BC90-D8ED-E5CF6FF39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67" y="7168478"/>
            <a:ext cx="391120" cy="3429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9A8656D-26AE-69FD-94A0-7104AA22C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19" y="7525311"/>
            <a:ext cx="375047" cy="3589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59390E4-E59C-0290-1A65-A993AFB26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19" y="1738356"/>
            <a:ext cx="1569839" cy="1494830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C88515A-B289-FBAF-BF6C-4E40C219AD31}"/>
              </a:ext>
            </a:extLst>
          </p:cNvPr>
          <p:cNvCxnSpPr>
            <a:cxnSpLocks/>
          </p:cNvCxnSpPr>
          <p:nvPr/>
        </p:nvCxnSpPr>
        <p:spPr>
          <a:xfrm flipV="1">
            <a:off x="632298" y="2529191"/>
            <a:ext cx="107004" cy="189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42275767-8C93-CCAA-85C9-5F7ADCA02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161" y="1738356"/>
            <a:ext cx="1569839" cy="1494830"/>
          </a:xfrm>
          <a:prstGeom prst="rect">
            <a:avLst/>
          </a:prstGeom>
        </p:spPr>
      </p:pic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75BE59B-54BD-FC3B-C5EF-D33D3314722D}"/>
              </a:ext>
            </a:extLst>
          </p:cNvPr>
          <p:cNvCxnSpPr>
            <a:cxnSpLocks/>
          </p:cNvCxnSpPr>
          <p:nvPr/>
        </p:nvCxnSpPr>
        <p:spPr>
          <a:xfrm flipH="1">
            <a:off x="2208740" y="2529191"/>
            <a:ext cx="107004" cy="189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圖片 22">
            <a:extLst>
              <a:ext uri="{FF2B5EF4-FFF2-40B4-BE49-F238E27FC236}">
                <a16:creationId xmlns:a16="http://schemas.microsoft.com/office/drawing/2014/main" id="{0C103DB2-8BA4-CC58-2AF0-E92E9D75F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429000" y="1735783"/>
            <a:ext cx="1569839" cy="1494830"/>
          </a:xfrm>
          <a:prstGeom prst="rect">
            <a:avLst/>
          </a:prstGeom>
        </p:spPr>
      </p:pic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433A17F8-51B3-3747-EA39-F34F045F3497}"/>
              </a:ext>
            </a:extLst>
          </p:cNvPr>
          <p:cNvCxnSpPr>
            <a:cxnSpLocks/>
          </p:cNvCxnSpPr>
          <p:nvPr/>
        </p:nvCxnSpPr>
        <p:spPr>
          <a:xfrm flipH="1" flipV="1">
            <a:off x="4546620" y="2526618"/>
            <a:ext cx="107004" cy="189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圖片 24">
            <a:extLst>
              <a:ext uri="{FF2B5EF4-FFF2-40B4-BE49-F238E27FC236}">
                <a16:creationId xmlns:a16="http://schemas.microsoft.com/office/drawing/2014/main" id="{EC35ACBB-6172-8A5E-EFD3-E055FA56C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05442" y="1735783"/>
            <a:ext cx="1569839" cy="1494830"/>
          </a:xfrm>
          <a:prstGeom prst="rect">
            <a:avLst/>
          </a:prstGeom>
        </p:spPr>
      </p:pic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9C4E8BDE-7315-DCF8-FD1D-3F06ACEBD298}"/>
              </a:ext>
            </a:extLst>
          </p:cNvPr>
          <p:cNvCxnSpPr>
            <a:cxnSpLocks/>
          </p:cNvCxnSpPr>
          <p:nvPr/>
        </p:nvCxnSpPr>
        <p:spPr>
          <a:xfrm>
            <a:off x="6121323" y="2526618"/>
            <a:ext cx="107004" cy="1896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圖片 26">
            <a:extLst>
              <a:ext uri="{FF2B5EF4-FFF2-40B4-BE49-F238E27FC236}">
                <a16:creationId xmlns:a16="http://schemas.microsoft.com/office/drawing/2014/main" id="{39E67DF7-47E6-C2A4-E7B9-C3FD90482D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0" t="10575" r="15004" b="8129"/>
          <a:stretch>
            <a:fillRect/>
          </a:stretch>
        </p:blipFill>
        <p:spPr>
          <a:xfrm>
            <a:off x="910153" y="2290992"/>
            <a:ext cx="191533" cy="194779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FFCC4A3D-9D4C-D6F8-80DE-0036E554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04" t="6706" r="12995" b="8187"/>
          <a:stretch>
            <a:fillRect/>
          </a:stretch>
        </p:blipFill>
        <p:spPr>
          <a:xfrm>
            <a:off x="900414" y="2762088"/>
            <a:ext cx="201272" cy="19478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AF9D7394-D22D-90EB-82A7-B582C5F3B2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0" t="10575" r="15004" b="8129"/>
          <a:stretch>
            <a:fillRect/>
          </a:stretch>
        </p:blipFill>
        <p:spPr>
          <a:xfrm>
            <a:off x="6240422" y="8602180"/>
            <a:ext cx="191533" cy="194779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BCA0968F-7176-0008-7E60-99DDE6ABB4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04" t="6706" r="12995" b="8187"/>
          <a:stretch>
            <a:fillRect/>
          </a:stretch>
        </p:blipFill>
        <p:spPr>
          <a:xfrm>
            <a:off x="2484856" y="2290991"/>
            <a:ext cx="201272" cy="194780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8DDE0A73-FB88-023B-A173-9D506A4D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0" t="10575" r="15004" b="8129"/>
          <a:stretch>
            <a:fillRect/>
          </a:stretch>
        </p:blipFill>
        <p:spPr>
          <a:xfrm>
            <a:off x="2494595" y="2757224"/>
            <a:ext cx="191533" cy="194779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80EAECB-B2CD-9894-A50F-E6098BCC0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0" t="10575" r="15004" b="8129"/>
          <a:stretch>
            <a:fillRect/>
          </a:stretch>
        </p:blipFill>
        <p:spPr>
          <a:xfrm>
            <a:off x="4165279" y="2288418"/>
            <a:ext cx="191533" cy="194779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9712950-6559-4DBF-96F5-4AA38E22B2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0" t="10575" r="15004" b="8129"/>
          <a:stretch>
            <a:fillRect/>
          </a:stretch>
        </p:blipFill>
        <p:spPr>
          <a:xfrm>
            <a:off x="5744857" y="2754650"/>
            <a:ext cx="191533" cy="194779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7ED9FF7B-AC9E-FDC8-711A-373DD6F493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04" t="6706" r="12995" b="8187"/>
          <a:stretch>
            <a:fillRect/>
          </a:stretch>
        </p:blipFill>
        <p:spPr>
          <a:xfrm>
            <a:off x="4165279" y="2754651"/>
            <a:ext cx="201272" cy="19478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47BE4BC2-F81D-BDD3-19CB-808C2A69F6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04" t="6706" r="12995" b="8187"/>
          <a:stretch>
            <a:fillRect/>
          </a:stretch>
        </p:blipFill>
        <p:spPr>
          <a:xfrm>
            <a:off x="5735118" y="2288417"/>
            <a:ext cx="201272" cy="194780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6481B1C9-20C0-5A62-6192-C071CE3E1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80" t="10575" r="15004" b="8129"/>
          <a:stretch>
            <a:fillRect/>
          </a:stretch>
        </p:blipFill>
        <p:spPr>
          <a:xfrm>
            <a:off x="5513464" y="8407401"/>
            <a:ext cx="191533" cy="194779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7527B9A4-8B0D-E996-9FF9-59FADBF739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04" t="6706" r="12995" b="8187"/>
          <a:stretch>
            <a:fillRect/>
          </a:stretch>
        </p:blipFill>
        <p:spPr>
          <a:xfrm>
            <a:off x="5828233" y="8691463"/>
            <a:ext cx="201272" cy="194780"/>
          </a:xfrm>
          <a:prstGeom prst="rect">
            <a:avLst/>
          </a:prstGeom>
        </p:spPr>
      </p:pic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41482D6B-8C27-D3DB-B61D-244E6DD02B0B}"/>
              </a:ext>
            </a:extLst>
          </p:cNvPr>
          <p:cNvCxnSpPr>
            <a:cxnSpLocks/>
          </p:cNvCxnSpPr>
          <p:nvPr/>
        </p:nvCxnSpPr>
        <p:spPr>
          <a:xfrm flipH="1">
            <a:off x="549337" y="4004459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BFDA1E33-98E7-2096-2BFD-87E3022442E7}"/>
              </a:ext>
            </a:extLst>
          </p:cNvPr>
          <p:cNvCxnSpPr>
            <a:cxnSpLocks/>
          </p:cNvCxnSpPr>
          <p:nvPr/>
        </p:nvCxnSpPr>
        <p:spPr>
          <a:xfrm flipH="1">
            <a:off x="6636684" y="8910605"/>
            <a:ext cx="74812" cy="1444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746C5297-64E7-56CF-B82B-E08BE177A7A6}"/>
              </a:ext>
            </a:extLst>
          </p:cNvPr>
          <p:cNvCxnSpPr>
            <a:cxnSpLocks/>
          </p:cNvCxnSpPr>
          <p:nvPr/>
        </p:nvCxnSpPr>
        <p:spPr>
          <a:xfrm flipH="1" flipV="1">
            <a:off x="1104485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F47821D2-57C6-909E-15CF-3167BA459ADE}"/>
              </a:ext>
            </a:extLst>
          </p:cNvPr>
          <p:cNvCxnSpPr>
            <a:cxnSpLocks/>
          </p:cNvCxnSpPr>
          <p:nvPr/>
        </p:nvCxnSpPr>
        <p:spPr>
          <a:xfrm flipV="1">
            <a:off x="901572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BC2A4F2E-AB78-EA59-4002-76BB60310A36}"/>
              </a:ext>
            </a:extLst>
          </p:cNvPr>
          <p:cNvCxnSpPr>
            <a:cxnSpLocks/>
          </p:cNvCxnSpPr>
          <p:nvPr/>
        </p:nvCxnSpPr>
        <p:spPr>
          <a:xfrm flipH="1" flipV="1">
            <a:off x="1221086" y="4460428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3049F22F-9980-CCE9-F0AC-0E1B87AF4D2D}"/>
              </a:ext>
            </a:extLst>
          </p:cNvPr>
          <p:cNvCxnSpPr>
            <a:cxnSpLocks/>
          </p:cNvCxnSpPr>
          <p:nvPr/>
        </p:nvCxnSpPr>
        <p:spPr>
          <a:xfrm flipV="1">
            <a:off x="776733" y="44604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BFFDEA9D-857B-7541-D59A-84C10FD14682}"/>
              </a:ext>
            </a:extLst>
          </p:cNvPr>
          <p:cNvCxnSpPr>
            <a:cxnSpLocks/>
          </p:cNvCxnSpPr>
          <p:nvPr/>
        </p:nvCxnSpPr>
        <p:spPr>
          <a:xfrm flipV="1">
            <a:off x="1024808" y="4460428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3EC0991A-83AB-4455-1E24-BB08EBC44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1950395" y="3592646"/>
            <a:ext cx="1293779" cy="1357720"/>
          </a:xfrm>
          <a:prstGeom prst="rect">
            <a:avLst/>
          </a:prstGeom>
        </p:spPr>
      </p:pic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733FFBB3-9742-D932-6C5C-85B5FD79BAC7}"/>
              </a:ext>
            </a:extLst>
          </p:cNvPr>
          <p:cNvCxnSpPr>
            <a:cxnSpLocks/>
          </p:cNvCxnSpPr>
          <p:nvPr/>
        </p:nvCxnSpPr>
        <p:spPr>
          <a:xfrm flipV="1">
            <a:off x="2130980" y="4004459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78A0C61A-8FA6-F417-774E-01F04BC239C3}"/>
              </a:ext>
            </a:extLst>
          </p:cNvPr>
          <p:cNvCxnSpPr>
            <a:cxnSpLocks/>
          </p:cNvCxnSpPr>
          <p:nvPr/>
        </p:nvCxnSpPr>
        <p:spPr>
          <a:xfrm>
            <a:off x="2686128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F36AA4ED-451E-8B4E-86EA-C2E8BE0FA7D1}"/>
              </a:ext>
            </a:extLst>
          </p:cNvPr>
          <p:cNvCxnSpPr>
            <a:cxnSpLocks/>
          </p:cNvCxnSpPr>
          <p:nvPr/>
        </p:nvCxnSpPr>
        <p:spPr>
          <a:xfrm flipH="1">
            <a:off x="2483215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73C0015D-CA19-CABE-A35B-2BE6A9436AE5}"/>
              </a:ext>
            </a:extLst>
          </p:cNvPr>
          <p:cNvCxnSpPr>
            <a:cxnSpLocks/>
          </p:cNvCxnSpPr>
          <p:nvPr/>
        </p:nvCxnSpPr>
        <p:spPr>
          <a:xfrm>
            <a:off x="2802729" y="4460428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4A1F4A3A-ACAB-5D08-BC16-76EB02ACE2C2}"/>
              </a:ext>
            </a:extLst>
          </p:cNvPr>
          <p:cNvCxnSpPr>
            <a:cxnSpLocks/>
          </p:cNvCxnSpPr>
          <p:nvPr/>
        </p:nvCxnSpPr>
        <p:spPr>
          <a:xfrm flipH="1">
            <a:off x="2358376" y="44604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2E1C1886-9E65-4326-4BFC-1BA90CC4FF36}"/>
              </a:ext>
            </a:extLst>
          </p:cNvPr>
          <p:cNvCxnSpPr>
            <a:cxnSpLocks/>
          </p:cNvCxnSpPr>
          <p:nvPr/>
        </p:nvCxnSpPr>
        <p:spPr>
          <a:xfrm flipH="1">
            <a:off x="2606451" y="4460428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6" name="圖片 65">
            <a:extLst>
              <a:ext uri="{FF2B5EF4-FFF2-40B4-BE49-F238E27FC236}">
                <a16:creationId xmlns:a16="http://schemas.microsoft.com/office/drawing/2014/main" id="{0847BBB0-A62B-C73A-AEA7-E48C4FB4BF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3613826" y="3592646"/>
            <a:ext cx="1293779" cy="1357720"/>
          </a:xfrm>
          <a:prstGeom prst="rect">
            <a:avLst/>
          </a:prstGeom>
        </p:spPr>
      </p:pic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4AB2846F-5903-EE23-729D-3F23CD42DF3C}"/>
              </a:ext>
            </a:extLst>
          </p:cNvPr>
          <p:cNvCxnSpPr>
            <a:cxnSpLocks/>
          </p:cNvCxnSpPr>
          <p:nvPr/>
        </p:nvCxnSpPr>
        <p:spPr>
          <a:xfrm flipH="1">
            <a:off x="3794411" y="4004459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F50C059D-8FBE-E9CF-BC1F-D24417DE026A}"/>
              </a:ext>
            </a:extLst>
          </p:cNvPr>
          <p:cNvCxnSpPr>
            <a:cxnSpLocks/>
          </p:cNvCxnSpPr>
          <p:nvPr/>
        </p:nvCxnSpPr>
        <p:spPr>
          <a:xfrm flipH="1" flipV="1">
            <a:off x="4349559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7F6AE3D3-655E-C1F0-10C7-9C720FAAB628}"/>
              </a:ext>
            </a:extLst>
          </p:cNvPr>
          <p:cNvCxnSpPr>
            <a:cxnSpLocks/>
          </p:cNvCxnSpPr>
          <p:nvPr/>
        </p:nvCxnSpPr>
        <p:spPr>
          <a:xfrm flipV="1">
            <a:off x="4146646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84374B47-E4EA-0C88-227B-77A19699215B}"/>
              </a:ext>
            </a:extLst>
          </p:cNvPr>
          <p:cNvCxnSpPr>
            <a:cxnSpLocks/>
          </p:cNvCxnSpPr>
          <p:nvPr/>
        </p:nvCxnSpPr>
        <p:spPr>
          <a:xfrm flipH="1" flipV="1">
            <a:off x="4466160" y="4460428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70BEAA4D-D2C4-F3CF-F05F-63FAFAF3C283}"/>
              </a:ext>
            </a:extLst>
          </p:cNvPr>
          <p:cNvCxnSpPr>
            <a:cxnSpLocks/>
          </p:cNvCxnSpPr>
          <p:nvPr/>
        </p:nvCxnSpPr>
        <p:spPr>
          <a:xfrm flipV="1">
            <a:off x="4021807" y="44604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AA8F2190-F5E5-E8D8-BAAD-36F748BFB990}"/>
              </a:ext>
            </a:extLst>
          </p:cNvPr>
          <p:cNvCxnSpPr>
            <a:cxnSpLocks/>
          </p:cNvCxnSpPr>
          <p:nvPr/>
        </p:nvCxnSpPr>
        <p:spPr>
          <a:xfrm flipV="1">
            <a:off x="4269882" y="4460428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3" name="圖片 72">
            <a:extLst>
              <a:ext uri="{FF2B5EF4-FFF2-40B4-BE49-F238E27FC236}">
                <a16:creationId xmlns:a16="http://schemas.microsoft.com/office/drawing/2014/main" id="{A7649888-4336-B085-D19F-094976E698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5195469" y="3592646"/>
            <a:ext cx="1293779" cy="1357720"/>
          </a:xfrm>
          <a:prstGeom prst="rect">
            <a:avLst/>
          </a:prstGeom>
        </p:spPr>
      </p:pic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C5AAB961-B647-E69D-02EF-D4D3EE21945D}"/>
              </a:ext>
            </a:extLst>
          </p:cNvPr>
          <p:cNvCxnSpPr>
            <a:cxnSpLocks/>
          </p:cNvCxnSpPr>
          <p:nvPr/>
        </p:nvCxnSpPr>
        <p:spPr>
          <a:xfrm flipV="1">
            <a:off x="5376054" y="4004459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747A5E93-8EBD-C0BD-90FC-79E4BB26342D}"/>
              </a:ext>
            </a:extLst>
          </p:cNvPr>
          <p:cNvCxnSpPr>
            <a:cxnSpLocks/>
          </p:cNvCxnSpPr>
          <p:nvPr/>
        </p:nvCxnSpPr>
        <p:spPr>
          <a:xfrm flipH="1" flipV="1">
            <a:off x="5931202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CE9478A7-D15C-88DA-B5C6-2254CEB47086}"/>
              </a:ext>
            </a:extLst>
          </p:cNvPr>
          <p:cNvCxnSpPr>
            <a:cxnSpLocks/>
          </p:cNvCxnSpPr>
          <p:nvPr/>
        </p:nvCxnSpPr>
        <p:spPr>
          <a:xfrm flipV="1">
            <a:off x="5728289" y="4206013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E4E8D80E-B9F9-5A52-2068-F2D1EDC5F4FA}"/>
              </a:ext>
            </a:extLst>
          </p:cNvPr>
          <p:cNvCxnSpPr>
            <a:cxnSpLocks/>
          </p:cNvCxnSpPr>
          <p:nvPr/>
        </p:nvCxnSpPr>
        <p:spPr>
          <a:xfrm flipH="1" flipV="1">
            <a:off x="6047803" y="4460428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7A749127-7088-1179-9218-C264BBA11B9D}"/>
              </a:ext>
            </a:extLst>
          </p:cNvPr>
          <p:cNvCxnSpPr>
            <a:cxnSpLocks/>
          </p:cNvCxnSpPr>
          <p:nvPr/>
        </p:nvCxnSpPr>
        <p:spPr>
          <a:xfrm flipV="1">
            <a:off x="5603450" y="44604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6345256B-9F24-0096-EEC3-64E0F7BA9689}"/>
              </a:ext>
            </a:extLst>
          </p:cNvPr>
          <p:cNvCxnSpPr>
            <a:cxnSpLocks/>
          </p:cNvCxnSpPr>
          <p:nvPr/>
        </p:nvCxnSpPr>
        <p:spPr>
          <a:xfrm flipV="1">
            <a:off x="5851525" y="4460428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圖片 81">
            <a:extLst>
              <a:ext uri="{FF2B5EF4-FFF2-40B4-BE49-F238E27FC236}">
                <a16:creationId xmlns:a16="http://schemas.microsoft.com/office/drawing/2014/main" id="{F6A9ECCF-8F29-077F-9E99-925799B9A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368752" y="5263447"/>
            <a:ext cx="1293779" cy="1357720"/>
          </a:xfrm>
          <a:prstGeom prst="rect">
            <a:avLst/>
          </a:prstGeom>
        </p:spPr>
      </p:pic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700E2B2B-E1E6-0AE9-2E32-EA394A15C6E3}"/>
              </a:ext>
            </a:extLst>
          </p:cNvPr>
          <p:cNvCxnSpPr>
            <a:cxnSpLocks/>
          </p:cNvCxnSpPr>
          <p:nvPr/>
        </p:nvCxnSpPr>
        <p:spPr>
          <a:xfrm flipV="1">
            <a:off x="549337" y="5675260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93246F47-B388-A1C9-D5A5-2E863CEB4245}"/>
              </a:ext>
            </a:extLst>
          </p:cNvPr>
          <p:cNvCxnSpPr>
            <a:cxnSpLocks/>
          </p:cNvCxnSpPr>
          <p:nvPr/>
        </p:nvCxnSpPr>
        <p:spPr>
          <a:xfrm>
            <a:off x="1104485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3DCA84E0-4E19-6A3F-B025-74FD48CA3CF5}"/>
              </a:ext>
            </a:extLst>
          </p:cNvPr>
          <p:cNvCxnSpPr>
            <a:cxnSpLocks/>
          </p:cNvCxnSpPr>
          <p:nvPr/>
        </p:nvCxnSpPr>
        <p:spPr>
          <a:xfrm flipH="1">
            <a:off x="901572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A504C18D-828F-FF87-DEA3-A12B040D480F}"/>
              </a:ext>
            </a:extLst>
          </p:cNvPr>
          <p:cNvCxnSpPr>
            <a:cxnSpLocks/>
          </p:cNvCxnSpPr>
          <p:nvPr/>
        </p:nvCxnSpPr>
        <p:spPr>
          <a:xfrm>
            <a:off x="1221086" y="61312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6A414292-118B-1F7C-7A54-754FC62E63BF}"/>
              </a:ext>
            </a:extLst>
          </p:cNvPr>
          <p:cNvCxnSpPr>
            <a:cxnSpLocks/>
          </p:cNvCxnSpPr>
          <p:nvPr/>
        </p:nvCxnSpPr>
        <p:spPr>
          <a:xfrm flipH="1">
            <a:off x="776733" y="6131230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2E045BA6-168F-A53D-8D8F-E3AC6BAA2217}"/>
              </a:ext>
            </a:extLst>
          </p:cNvPr>
          <p:cNvCxnSpPr>
            <a:cxnSpLocks/>
          </p:cNvCxnSpPr>
          <p:nvPr/>
        </p:nvCxnSpPr>
        <p:spPr>
          <a:xfrm flipH="1">
            <a:off x="1024808" y="6131229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9" name="圖片 88">
            <a:extLst>
              <a:ext uri="{FF2B5EF4-FFF2-40B4-BE49-F238E27FC236}">
                <a16:creationId xmlns:a16="http://schemas.microsoft.com/office/drawing/2014/main" id="{B01F81F6-C9B8-A6DF-2FA3-0783FB69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1950395" y="5263447"/>
            <a:ext cx="1293779" cy="1357720"/>
          </a:xfrm>
          <a:prstGeom prst="rect">
            <a:avLst/>
          </a:prstGeom>
        </p:spPr>
      </p:pic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D0A53907-BDA0-4169-2A94-7A07CB80D38C}"/>
              </a:ext>
            </a:extLst>
          </p:cNvPr>
          <p:cNvCxnSpPr>
            <a:cxnSpLocks/>
          </p:cNvCxnSpPr>
          <p:nvPr/>
        </p:nvCxnSpPr>
        <p:spPr>
          <a:xfrm flipH="1">
            <a:off x="2130980" y="5675260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714E2E33-3FF6-E305-24D5-340F9AF14445}"/>
              </a:ext>
            </a:extLst>
          </p:cNvPr>
          <p:cNvCxnSpPr>
            <a:cxnSpLocks/>
          </p:cNvCxnSpPr>
          <p:nvPr/>
        </p:nvCxnSpPr>
        <p:spPr>
          <a:xfrm flipH="1" flipV="1">
            <a:off x="2686128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線單箭頭接點 91">
            <a:extLst>
              <a:ext uri="{FF2B5EF4-FFF2-40B4-BE49-F238E27FC236}">
                <a16:creationId xmlns:a16="http://schemas.microsoft.com/office/drawing/2014/main" id="{1D165B43-8816-A674-2BAC-A630CC0C02F3}"/>
              </a:ext>
            </a:extLst>
          </p:cNvPr>
          <p:cNvCxnSpPr>
            <a:cxnSpLocks/>
          </p:cNvCxnSpPr>
          <p:nvPr/>
        </p:nvCxnSpPr>
        <p:spPr>
          <a:xfrm flipV="1">
            <a:off x="2483215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808359F2-A3CC-F54D-2A47-1773EDCF41F9}"/>
              </a:ext>
            </a:extLst>
          </p:cNvPr>
          <p:cNvCxnSpPr>
            <a:cxnSpLocks/>
          </p:cNvCxnSpPr>
          <p:nvPr/>
        </p:nvCxnSpPr>
        <p:spPr>
          <a:xfrm flipH="1" flipV="1">
            <a:off x="2802729" y="61312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0B9B1C72-B7B4-3FB9-EE3D-A9D11D9F8F7C}"/>
              </a:ext>
            </a:extLst>
          </p:cNvPr>
          <p:cNvCxnSpPr>
            <a:cxnSpLocks/>
          </p:cNvCxnSpPr>
          <p:nvPr/>
        </p:nvCxnSpPr>
        <p:spPr>
          <a:xfrm flipV="1">
            <a:off x="2358376" y="6131230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696358B5-6354-027F-5EE2-425F66577483}"/>
              </a:ext>
            </a:extLst>
          </p:cNvPr>
          <p:cNvCxnSpPr>
            <a:cxnSpLocks/>
          </p:cNvCxnSpPr>
          <p:nvPr/>
        </p:nvCxnSpPr>
        <p:spPr>
          <a:xfrm flipV="1">
            <a:off x="2606451" y="6131229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6" name="圖片 95">
            <a:extLst>
              <a:ext uri="{FF2B5EF4-FFF2-40B4-BE49-F238E27FC236}">
                <a16:creationId xmlns:a16="http://schemas.microsoft.com/office/drawing/2014/main" id="{23C45F00-C3BA-563A-2366-6E07C118E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3613826" y="5263447"/>
            <a:ext cx="1293779" cy="1357720"/>
          </a:xfrm>
          <a:prstGeom prst="rect">
            <a:avLst/>
          </a:prstGeom>
        </p:spPr>
      </p:pic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BA5FB79D-0F2A-AB9D-0B6F-E550A68B55B4}"/>
              </a:ext>
            </a:extLst>
          </p:cNvPr>
          <p:cNvCxnSpPr>
            <a:cxnSpLocks/>
          </p:cNvCxnSpPr>
          <p:nvPr/>
        </p:nvCxnSpPr>
        <p:spPr>
          <a:xfrm flipV="1">
            <a:off x="3794411" y="5675260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DE0BA69A-A877-8565-2256-3B4A66301660}"/>
              </a:ext>
            </a:extLst>
          </p:cNvPr>
          <p:cNvCxnSpPr>
            <a:cxnSpLocks/>
          </p:cNvCxnSpPr>
          <p:nvPr/>
        </p:nvCxnSpPr>
        <p:spPr>
          <a:xfrm flipH="1" flipV="1">
            <a:off x="4349559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線單箭頭接點 98">
            <a:extLst>
              <a:ext uri="{FF2B5EF4-FFF2-40B4-BE49-F238E27FC236}">
                <a16:creationId xmlns:a16="http://schemas.microsoft.com/office/drawing/2014/main" id="{6465DD9F-55F8-02E1-F61A-5D0724FEDED2}"/>
              </a:ext>
            </a:extLst>
          </p:cNvPr>
          <p:cNvCxnSpPr>
            <a:cxnSpLocks/>
          </p:cNvCxnSpPr>
          <p:nvPr/>
        </p:nvCxnSpPr>
        <p:spPr>
          <a:xfrm flipV="1">
            <a:off x="4146646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EC686A80-A4E0-D3A3-AB69-C0F442FD778A}"/>
              </a:ext>
            </a:extLst>
          </p:cNvPr>
          <p:cNvCxnSpPr>
            <a:cxnSpLocks/>
          </p:cNvCxnSpPr>
          <p:nvPr/>
        </p:nvCxnSpPr>
        <p:spPr>
          <a:xfrm flipH="1" flipV="1">
            <a:off x="4466160" y="61312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直線單箭頭接點 100">
            <a:extLst>
              <a:ext uri="{FF2B5EF4-FFF2-40B4-BE49-F238E27FC236}">
                <a16:creationId xmlns:a16="http://schemas.microsoft.com/office/drawing/2014/main" id="{6717C34B-6C5E-4064-7860-B4431DFF03FA}"/>
              </a:ext>
            </a:extLst>
          </p:cNvPr>
          <p:cNvCxnSpPr>
            <a:cxnSpLocks/>
          </p:cNvCxnSpPr>
          <p:nvPr/>
        </p:nvCxnSpPr>
        <p:spPr>
          <a:xfrm flipV="1">
            <a:off x="4021807" y="6131230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線單箭頭接點 101">
            <a:extLst>
              <a:ext uri="{FF2B5EF4-FFF2-40B4-BE49-F238E27FC236}">
                <a16:creationId xmlns:a16="http://schemas.microsoft.com/office/drawing/2014/main" id="{686A9939-457A-C568-BC40-35372C0FBBD4}"/>
              </a:ext>
            </a:extLst>
          </p:cNvPr>
          <p:cNvCxnSpPr>
            <a:cxnSpLocks/>
          </p:cNvCxnSpPr>
          <p:nvPr/>
        </p:nvCxnSpPr>
        <p:spPr>
          <a:xfrm flipV="1">
            <a:off x="4269882" y="6131229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" name="圖片 102">
            <a:extLst>
              <a:ext uri="{FF2B5EF4-FFF2-40B4-BE49-F238E27FC236}">
                <a16:creationId xmlns:a16="http://schemas.microsoft.com/office/drawing/2014/main" id="{EE2085E7-D69D-6F0E-8A68-420946EC0D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6" t="1275" r="12700" b="3815"/>
          <a:stretch>
            <a:fillRect/>
          </a:stretch>
        </p:blipFill>
        <p:spPr>
          <a:xfrm>
            <a:off x="5195469" y="5263447"/>
            <a:ext cx="1293779" cy="1357720"/>
          </a:xfrm>
          <a:prstGeom prst="rect">
            <a:avLst/>
          </a:prstGeom>
        </p:spPr>
      </p:pic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91A02461-F3AF-CD2E-D466-CA433A7D1DEF}"/>
              </a:ext>
            </a:extLst>
          </p:cNvPr>
          <p:cNvCxnSpPr>
            <a:cxnSpLocks/>
          </p:cNvCxnSpPr>
          <p:nvPr/>
        </p:nvCxnSpPr>
        <p:spPr>
          <a:xfrm flipH="1">
            <a:off x="5376054" y="5675260"/>
            <a:ext cx="379929" cy="6456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線單箭頭接點 104">
            <a:extLst>
              <a:ext uri="{FF2B5EF4-FFF2-40B4-BE49-F238E27FC236}">
                <a16:creationId xmlns:a16="http://schemas.microsoft.com/office/drawing/2014/main" id="{C7CA4094-9C5C-2244-0826-7D6E129C2754}"/>
              </a:ext>
            </a:extLst>
          </p:cNvPr>
          <p:cNvCxnSpPr>
            <a:cxnSpLocks/>
          </p:cNvCxnSpPr>
          <p:nvPr/>
        </p:nvCxnSpPr>
        <p:spPr>
          <a:xfrm>
            <a:off x="5931202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953C7EDF-A1C9-5708-49D0-1DB57D12CA0F}"/>
              </a:ext>
            </a:extLst>
          </p:cNvPr>
          <p:cNvCxnSpPr>
            <a:cxnSpLocks/>
          </p:cNvCxnSpPr>
          <p:nvPr/>
        </p:nvCxnSpPr>
        <p:spPr>
          <a:xfrm flipH="1">
            <a:off x="5728289" y="5876814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DCE55A38-F12F-A574-70FE-BA35DD69E55C}"/>
              </a:ext>
            </a:extLst>
          </p:cNvPr>
          <p:cNvCxnSpPr>
            <a:cxnSpLocks/>
          </p:cNvCxnSpPr>
          <p:nvPr/>
        </p:nvCxnSpPr>
        <p:spPr>
          <a:xfrm>
            <a:off x="6047803" y="6131229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A0F4CDD4-8442-0245-E13E-01C13ED5E658}"/>
              </a:ext>
            </a:extLst>
          </p:cNvPr>
          <p:cNvCxnSpPr>
            <a:cxnSpLocks/>
          </p:cNvCxnSpPr>
          <p:nvPr/>
        </p:nvCxnSpPr>
        <p:spPr>
          <a:xfrm flipH="1">
            <a:off x="5603450" y="6131230"/>
            <a:ext cx="74812" cy="144423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F671032D-7BB7-FACE-99EC-A7C5D4A4B3A3}"/>
              </a:ext>
            </a:extLst>
          </p:cNvPr>
          <p:cNvCxnSpPr>
            <a:cxnSpLocks/>
          </p:cNvCxnSpPr>
          <p:nvPr/>
        </p:nvCxnSpPr>
        <p:spPr>
          <a:xfrm flipH="1">
            <a:off x="5851525" y="6131229"/>
            <a:ext cx="0" cy="189652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0" name="圖片 109">
            <a:extLst>
              <a:ext uri="{FF2B5EF4-FFF2-40B4-BE49-F238E27FC236}">
                <a16:creationId xmlns:a16="http://schemas.microsoft.com/office/drawing/2014/main" id="{01059688-3E68-F82D-F68A-3E18B564F8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4063" b="87500" l="15068" r="80822">
                        <a14:foregroundMark x1="21918" y1="31250" x2="56164" y2="15625"/>
                        <a14:foregroundMark x1="46575" y1="50000" x2="56164" y2="68750"/>
                        <a14:foregroundMark x1="30137" y1="53125" x2="35616" y2="87500"/>
                        <a14:foregroundMark x1="61644" y1="57813" x2="80822" y2="57813"/>
                      </a14:backgroundRemoval>
                    </a14:imgEffect>
                  </a14:imgLayer>
                </a14:imgProps>
              </a:ext>
            </a:extLst>
          </a:blip>
          <a:srcRect l="9904" t="6706" r="12995" b="8187"/>
          <a:stretch>
            <a:fillRect/>
          </a:stretch>
        </p:blipFill>
        <p:spPr>
          <a:xfrm>
            <a:off x="915005" y="3804968"/>
            <a:ext cx="201272" cy="194780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D2279289-1E72-746E-3831-2AC50AD141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4063" b="87500" l="15068" r="80822">
                        <a14:foregroundMark x1="21918" y1="31250" x2="56164" y2="15625"/>
                        <a14:foregroundMark x1="46575" y1="50000" x2="56164" y2="68750"/>
                        <a14:foregroundMark x1="30137" y1="53125" x2="35616" y2="87500"/>
                        <a14:foregroundMark x1="61644" y1="57813" x2="80822" y2="57813"/>
                      </a14:backgroundRemoval>
                    </a14:imgEffect>
                  </a14:imgLayer>
                </a14:imgProps>
              </a:ext>
            </a:extLst>
          </a:blip>
          <a:srcRect l="9904" t="6706" r="12995" b="8187"/>
          <a:stretch>
            <a:fillRect/>
          </a:stretch>
        </p:blipFill>
        <p:spPr>
          <a:xfrm>
            <a:off x="2046506" y="4605443"/>
            <a:ext cx="201272" cy="194780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6919D913-B07F-9F1E-1696-690B78B75C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4063" b="87500" l="15068" r="80822">
                        <a14:foregroundMark x1="21918" y1="31250" x2="56164" y2="15625"/>
                        <a14:foregroundMark x1="46575" y1="50000" x2="56164" y2="68750"/>
                        <a14:foregroundMark x1="30137" y1="53125" x2="35616" y2="87500"/>
                        <a14:foregroundMark x1="61644" y1="57813" x2="80822" y2="57813"/>
                      </a14:backgroundRemoval>
                    </a14:imgEffect>
                  </a14:imgLayer>
                </a14:imgProps>
              </a:ext>
            </a:extLst>
          </a:blip>
          <a:srcRect l="9904" t="6706" r="12995" b="8187"/>
          <a:stretch>
            <a:fillRect/>
          </a:stretch>
        </p:blipFill>
        <p:spPr>
          <a:xfrm>
            <a:off x="3770506" y="4627550"/>
            <a:ext cx="201272" cy="194780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0E65F8D9-17EE-E744-B674-62AB3DEF0F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4063" b="87500" l="15068" r="80822">
                        <a14:foregroundMark x1="21918" y1="31250" x2="56164" y2="15625"/>
                        <a14:foregroundMark x1="46575" y1="50000" x2="56164" y2="68750"/>
                        <a14:foregroundMark x1="30137" y1="53125" x2="35616" y2="87500"/>
                        <a14:foregroundMark x1="61644" y1="57813" x2="80822" y2="57813"/>
                      </a14:backgroundRemoval>
                    </a14:imgEffect>
                  </a14:imgLayer>
                </a14:imgProps>
              </a:ext>
            </a:extLst>
          </a:blip>
          <a:srcRect l="9904" t="6706" r="12995" b="8187"/>
          <a:stretch>
            <a:fillRect/>
          </a:stretch>
        </p:blipFill>
        <p:spPr>
          <a:xfrm>
            <a:off x="5288480" y="4604851"/>
            <a:ext cx="201272" cy="194780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5DA1A70E-037D-AB36-BC52-3406F790C2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6418" b="91045" l="14286" r="84286">
                        <a14:foregroundMark x1="21429" y1="26866" x2="62857" y2="76119"/>
                        <a14:foregroundMark x1="62857" y1="31343" x2="75714" y2="26866"/>
                        <a14:foregroundMark x1="28571" y1="61194" x2="18571" y2="77612"/>
                        <a14:foregroundMark x1="44286" y1="70149" x2="72857" y2="73134"/>
                        <a14:foregroundMark x1="70000" y1="62687" x2="78571" y2="80597"/>
                        <a14:foregroundMark x1="62857" y1="49254" x2="77143" y2="53731"/>
                        <a14:foregroundMark x1="50000" y1="71642" x2="47143" y2="92537"/>
                        <a14:foregroundMark x1="57143" y1="46269" x2="84286" y2="58209"/>
                      </a14:backgroundRemoval>
                    </a14:imgEffect>
                  </a14:imgLayer>
                </a14:imgProps>
              </a:ext>
            </a:extLst>
          </a:blip>
          <a:srcRect l="8480" t="10575" r="15004" b="8129"/>
          <a:stretch>
            <a:fillRect/>
          </a:stretch>
        </p:blipFill>
        <p:spPr>
          <a:xfrm>
            <a:off x="922120" y="5487089"/>
            <a:ext cx="191533" cy="194779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C9A0CE8E-DD8B-DDC6-BD33-AC0FED25D7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6418" b="91045" l="14286" r="84286">
                        <a14:foregroundMark x1="21429" y1="26866" x2="62857" y2="76119"/>
                        <a14:foregroundMark x1="62857" y1="31343" x2="75714" y2="26866"/>
                        <a14:foregroundMark x1="28571" y1="61194" x2="18571" y2="77612"/>
                        <a14:foregroundMark x1="44286" y1="70149" x2="72857" y2="73134"/>
                        <a14:foregroundMark x1="70000" y1="62687" x2="78571" y2="80597"/>
                        <a14:foregroundMark x1="62857" y1="49254" x2="77143" y2="53731"/>
                        <a14:foregroundMark x1="50000" y1="71642" x2="47143" y2="92537"/>
                        <a14:foregroundMark x1="57143" y1="46269" x2="84286" y2="58209"/>
                      </a14:backgroundRemoval>
                    </a14:imgEffect>
                  </a14:imgLayer>
                </a14:imgProps>
              </a:ext>
            </a:extLst>
          </a:blip>
          <a:srcRect l="8480" t="10575" r="15004" b="8129"/>
          <a:stretch>
            <a:fillRect/>
          </a:stretch>
        </p:blipFill>
        <p:spPr>
          <a:xfrm>
            <a:off x="2111475" y="6298915"/>
            <a:ext cx="191533" cy="194779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03269C48-4A1D-9D8D-E294-E849F9F4C5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6418" b="91045" l="14286" r="84286">
                        <a14:foregroundMark x1="21429" y1="26866" x2="62857" y2="76119"/>
                        <a14:foregroundMark x1="62857" y1="31343" x2="75714" y2="26866"/>
                        <a14:foregroundMark x1="28571" y1="61194" x2="18571" y2="77612"/>
                        <a14:foregroundMark x1="44286" y1="70149" x2="72857" y2="73134"/>
                        <a14:foregroundMark x1="70000" y1="62687" x2="78571" y2="80597"/>
                        <a14:foregroundMark x1="62857" y1="49254" x2="77143" y2="53731"/>
                        <a14:foregroundMark x1="50000" y1="71642" x2="47143" y2="92537"/>
                        <a14:foregroundMark x1="57143" y1="46269" x2="84286" y2="58209"/>
                      </a14:backgroundRemoval>
                    </a14:imgEffect>
                  </a14:imgLayer>
                </a14:imgProps>
              </a:ext>
            </a:extLst>
          </a:blip>
          <a:srcRect l="8480" t="10575" r="15004" b="8129"/>
          <a:stretch>
            <a:fillRect/>
          </a:stretch>
        </p:blipFill>
        <p:spPr>
          <a:xfrm>
            <a:off x="3741215" y="6276244"/>
            <a:ext cx="191533" cy="194779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7D3BF9B4-BE96-6C69-4304-ADEAEB8683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6418" b="91045" l="14286" r="84286">
                        <a14:foregroundMark x1="21429" y1="26866" x2="62857" y2="76119"/>
                        <a14:foregroundMark x1="62857" y1="31343" x2="75714" y2="26866"/>
                        <a14:foregroundMark x1="28571" y1="61194" x2="18571" y2="77612"/>
                        <a14:foregroundMark x1="44286" y1="70149" x2="72857" y2="73134"/>
                        <a14:foregroundMark x1="70000" y1="62687" x2="78571" y2="80597"/>
                        <a14:foregroundMark x1="62857" y1="49254" x2="77143" y2="53731"/>
                        <a14:foregroundMark x1="50000" y1="71642" x2="47143" y2="92537"/>
                        <a14:foregroundMark x1="57143" y1="46269" x2="84286" y2="58209"/>
                      </a14:backgroundRemoval>
                    </a14:imgEffect>
                  </a14:imgLayer>
                </a14:imgProps>
              </a:ext>
            </a:extLst>
          </a:blip>
          <a:srcRect l="8480" t="10575" r="15004" b="8129"/>
          <a:stretch>
            <a:fillRect/>
          </a:stretch>
        </p:blipFill>
        <p:spPr>
          <a:xfrm>
            <a:off x="5345223" y="6308282"/>
            <a:ext cx="191533" cy="1947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標題 1">
                <a:extLst>
                  <a:ext uri="{FF2B5EF4-FFF2-40B4-BE49-F238E27FC236}">
                    <a16:creationId xmlns:a16="http://schemas.microsoft.com/office/drawing/2014/main" id="{8D522E41-CBCA-4D9C-F208-4364399E4C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36490" y="1492104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21" name="標題 1">
                <a:extLst>
                  <a:ext uri="{FF2B5EF4-FFF2-40B4-BE49-F238E27FC236}">
                    <a16:creationId xmlns:a16="http://schemas.microsoft.com/office/drawing/2014/main" id="{8D522E41-CBCA-4D9C-F208-4364399E4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490" y="1492104"/>
                <a:ext cx="717879" cy="4735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標題 1">
                <a:extLst>
                  <a:ext uri="{FF2B5EF4-FFF2-40B4-BE49-F238E27FC236}">
                    <a16:creationId xmlns:a16="http://schemas.microsoft.com/office/drawing/2014/main" id="{C8BBF5E9-7F7B-6D07-FC34-A836085490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01775" y="1492104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23" name="標題 1">
                <a:extLst>
                  <a:ext uri="{FF2B5EF4-FFF2-40B4-BE49-F238E27FC236}">
                    <a16:creationId xmlns:a16="http://schemas.microsoft.com/office/drawing/2014/main" id="{C8BBF5E9-7F7B-6D07-FC34-A83608549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775" y="1492104"/>
                <a:ext cx="717879" cy="4735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標題 1">
                <a:extLst>
                  <a:ext uri="{FF2B5EF4-FFF2-40B4-BE49-F238E27FC236}">
                    <a16:creationId xmlns:a16="http://schemas.microsoft.com/office/drawing/2014/main" id="{8D2EC6E3-19E7-22D2-751F-1EAAEC303D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9293" y="1492104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24" name="標題 1">
                <a:extLst>
                  <a:ext uri="{FF2B5EF4-FFF2-40B4-BE49-F238E27FC236}">
                    <a16:creationId xmlns:a16="http://schemas.microsoft.com/office/drawing/2014/main" id="{8D2EC6E3-19E7-22D2-751F-1EAAEC303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293" y="1492104"/>
                <a:ext cx="717879" cy="4735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標題 1">
                <a:extLst>
                  <a:ext uri="{FF2B5EF4-FFF2-40B4-BE49-F238E27FC236}">
                    <a16:creationId xmlns:a16="http://schemas.microsoft.com/office/drawing/2014/main" id="{0FB93412-E56F-EE16-4990-85EFBAC8AA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5868" y="1492104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1" name="標題 1">
                <a:extLst>
                  <a:ext uri="{FF2B5EF4-FFF2-40B4-BE49-F238E27FC236}">
                    <a16:creationId xmlns:a16="http://schemas.microsoft.com/office/drawing/2014/main" id="{0FB93412-E56F-EE16-4990-85EFBAC8A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68" y="1492104"/>
                <a:ext cx="717879" cy="4735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標題 1">
                <a:extLst>
                  <a:ext uri="{FF2B5EF4-FFF2-40B4-BE49-F238E27FC236}">
                    <a16:creationId xmlns:a16="http://schemas.microsoft.com/office/drawing/2014/main" id="{4A21EA73-133B-546F-584C-B91C20A43A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5657" y="3269949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2" name="標題 1">
                <a:extLst>
                  <a:ext uri="{FF2B5EF4-FFF2-40B4-BE49-F238E27FC236}">
                    <a16:creationId xmlns:a16="http://schemas.microsoft.com/office/drawing/2014/main" id="{4A21EA73-133B-546F-584C-B91C20A43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657" y="3269949"/>
                <a:ext cx="717879" cy="4735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標題 1">
                <a:extLst>
                  <a:ext uri="{FF2B5EF4-FFF2-40B4-BE49-F238E27FC236}">
                    <a16:creationId xmlns:a16="http://schemas.microsoft.com/office/drawing/2014/main" id="{6A709585-BA11-73AC-C04C-2DDD299DB9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10942" y="3269949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3" name="標題 1">
                <a:extLst>
                  <a:ext uri="{FF2B5EF4-FFF2-40B4-BE49-F238E27FC236}">
                    <a16:creationId xmlns:a16="http://schemas.microsoft.com/office/drawing/2014/main" id="{6A709585-BA11-73AC-C04C-2DDD299DB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942" y="3269949"/>
                <a:ext cx="717879" cy="4735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標題 1">
                <a:extLst>
                  <a:ext uri="{FF2B5EF4-FFF2-40B4-BE49-F238E27FC236}">
                    <a16:creationId xmlns:a16="http://schemas.microsoft.com/office/drawing/2014/main" id="{37ADD01B-514B-33C3-A462-E23BE0CCA3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8460" y="3269949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4" name="標題 1">
                <a:extLst>
                  <a:ext uri="{FF2B5EF4-FFF2-40B4-BE49-F238E27FC236}">
                    <a16:creationId xmlns:a16="http://schemas.microsoft.com/office/drawing/2014/main" id="{37ADD01B-514B-33C3-A462-E23BE0CCA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460" y="3269949"/>
                <a:ext cx="717879" cy="4735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標題 1">
                <a:extLst>
                  <a:ext uri="{FF2B5EF4-FFF2-40B4-BE49-F238E27FC236}">
                    <a16:creationId xmlns:a16="http://schemas.microsoft.com/office/drawing/2014/main" id="{D881BFDA-FD96-0BFC-3ADD-6BE154405B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5035" y="3269949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5" name="標題 1">
                <a:extLst>
                  <a:ext uri="{FF2B5EF4-FFF2-40B4-BE49-F238E27FC236}">
                    <a16:creationId xmlns:a16="http://schemas.microsoft.com/office/drawing/2014/main" id="{D881BFDA-FD96-0BFC-3ADD-6BE154405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35" y="3269949"/>
                <a:ext cx="717879" cy="4735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標題 1">
                <a:extLst>
                  <a:ext uri="{FF2B5EF4-FFF2-40B4-BE49-F238E27FC236}">
                    <a16:creationId xmlns:a16="http://schemas.microsoft.com/office/drawing/2014/main" id="{59986FB1-58C3-13A0-7752-F382C150A5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38321" y="4963606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6" name="標題 1">
                <a:extLst>
                  <a:ext uri="{FF2B5EF4-FFF2-40B4-BE49-F238E27FC236}">
                    <a16:creationId xmlns:a16="http://schemas.microsoft.com/office/drawing/2014/main" id="{59986FB1-58C3-13A0-7752-F382C150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321" y="4963606"/>
                <a:ext cx="717879" cy="4735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標題 1">
                <a:extLst>
                  <a:ext uri="{FF2B5EF4-FFF2-40B4-BE49-F238E27FC236}">
                    <a16:creationId xmlns:a16="http://schemas.microsoft.com/office/drawing/2014/main" id="{B293EFF0-E336-AB41-5F7D-82DF7622A7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03606" y="4963606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7" name="標題 1">
                <a:extLst>
                  <a:ext uri="{FF2B5EF4-FFF2-40B4-BE49-F238E27FC236}">
                    <a16:creationId xmlns:a16="http://schemas.microsoft.com/office/drawing/2014/main" id="{B293EFF0-E336-AB41-5F7D-82DF7622A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606" y="4963606"/>
                <a:ext cx="717879" cy="4735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標題 1">
                <a:extLst>
                  <a:ext uri="{FF2B5EF4-FFF2-40B4-BE49-F238E27FC236}">
                    <a16:creationId xmlns:a16="http://schemas.microsoft.com/office/drawing/2014/main" id="{7934571E-FDD9-539D-22B1-7DFF1F9171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1124" y="4963606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8" name="標題 1">
                <a:extLst>
                  <a:ext uri="{FF2B5EF4-FFF2-40B4-BE49-F238E27FC236}">
                    <a16:creationId xmlns:a16="http://schemas.microsoft.com/office/drawing/2014/main" id="{7934571E-FDD9-539D-22B1-7DFF1F917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124" y="4963606"/>
                <a:ext cx="717879" cy="47356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標題 1">
                <a:extLst>
                  <a:ext uri="{FF2B5EF4-FFF2-40B4-BE49-F238E27FC236}">
                    <a16:creationId xmlns:a16="http://schemas.microsoft.com/office/drawing/2014/main" id="{BF29B47A-025A-65C7-DEBE-BE31EA9251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7699" y="4963606"/>
                <a:ext cx="717879" cy="47356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1300"/>
              </a:p>
            </p:txBody>
          </p:sp>
        </mc:Choice>
        <mc:Fallback>
          <p:sp>
            <p:nvSpPr>
              <p:cNvPr id="139" name="標題 1">
                <a:extLst>
                  <a:ext uri="{FF2B5EF4-FFF2-40B4-BE49-F238E27FC236}">
                    <a16:creationId xmlns:a16="http://schemas.microsoft.com/office/drawing/2014/main" id="{BF29B47A-025A-65C7-DEBE-BE31EA925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99" y="4963606"/>
                <a:ext cx="717879" cy="47356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6464243-510E-0B3B-8AAB-BD040CA3CC54}"/>
                  </a:ext>
                </a:extLst>
              </p:cNvPr>
              <p:cNvSpPr txBox="1"/>
              <p:nvPr/>
            </p:nvSpPr>
            <p:spPr>
              <a:xfrm>
                <a:off x="4864152" y="1430386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(4)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6464243-510E-0B3B-8AAB-BD040CA3C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152" y="1430386"/>
                <a:ext cx="662633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8506504D-283F-F44F-F3E6-06B7093F937B}"/>
                  </a:ext>
                </a:extLst>
              </p:cNvPr>
              <p:cNvSpPr txBox="1"/>
              <p:nvPr/>
            </p:nvSpPr>
            <p:spPr>
              <a:xfrm>
                <a:off x="3282509" y="1430386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(3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8506504D-283F-F44F-F3E6-06B7093F9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509" y="1430386"/>
                <a:ext cx="662633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DB585C5-CC94-6015-DED6-398167C954EA}"/>
                  </a:ext>
                </a:extLst>
              </p:cNvPr>
              <p:cNvSpPr txBox="1"/>
              <p:nvPr/>
            </p:nvSpPr>
            <p:spPr>
              <a:xfrm>
                <a:off x="1619078" y="1430386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DB585C5-CC94-6015-DED6-398167C95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078" y="1430386"/>
                <a:ext cx="662633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BA8F683-5090-6F0D-09D9-451FAEE8B80C}"/>
                  </a:ext>
                </a:extLst>
              </p:cNvPr>
              <p:cNvSpPr txBox="1"/>
              <p:nvPr/>
            </p:nvSpPr>
            <p:spPr>
              <a:xfrm>
                <a:off x="37435" y="1430386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(1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BA8F683-5090-6F0D-09D9-451FAEE8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5" y="1430386"/>
                <a:ext cx="662633" cy="369332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C1C4BCF6-E9E6-0CC0-2201-ED2F88A4238A}"/>
                  </a:ext>
                </a:extLst>
              </p:cNvPr>
              <p:cNvSpPr txBox="1"/>
              <p:nvPr/>
            </p:nvSpPr>
            <p:spPr>
              <a:xfrm>
                <a:off x="4864152" y="324528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(8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C1C4BCF6-E9E6-0CC0-2201-ED2F88A4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152" y="3245280"/>
                <a:ext cx="662633" cy="369332"/>
              </a:xfrm>
              <a:prstGeom prst="rect">
                <a:avLst/>
              </a:prstGeom>
              <a:blipFill>
                <a:blip r:embed="rId2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D020EC31-286B-A48F-82C2-419E0920934F}"/>
                  </a:ext>
                </a:extLst>
              </p:cNvPr>
              <p:cNvSpPr txBox="1"/>
              <p:nvPr/>
            </p:nvSpPr>
            <p:spPr>
              <a:xfrm>
                <a:off x="3282509" y="324528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(7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D020EC31-286B-A48F-82C2-419E09209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509" y="3245280"/>
                <a:ext cx="662633" cy="369332"/>
              </a:xfrm>
              <a:prstGeom prst="rect">
                <a:avLst/>
              </a:prstGeom>
              <a:blipFill>
                <a:blip r:embed="rId2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文字方塊 153">
                <a:extLst>
                  <a:ext uri="{FF2B5EF4-FFF2-40B4-BE49-F238E27FC236}">
                    <a16:creationId xmlns:a16="http://schemas.microsoft.com/office/drawing/2014/main" id="{2BE9C68C-FC1C-2BDA-9949-7F02ABAFAB79}"/>
                  </a:ext>
                </a:extLst>
              </p:cNvPr>
              <p:cNvSpPr txBox="1"/>
              <p:nvPr/>
            </p:nvSpPr>
            <p:spPr>
              <a:xfrm>
                <a:off x="1619078" y="324528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4" name="文字方塊 153">
                <a:extLst>
                  <a:ext uri="{FF2B5EF4-FFF2-40B4-BE49-F238E27FC236}">
                    <a16:creationId xmlns:a16="http://schemas.microsoft.com/office/drawing/2014/main" id="{2BE9C68C-FC1C-2BDA-9949-7F02ABAFA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078" y="3245280"/>
                <a:ext cx="662633" cy="369332"/>
              </a:xfrm>
              <a:prstGeom prst="rect">
                <a:avLst/>
              </a:prstGeom>
              <a:blipFill>
                <a:blip r:embed="rId2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2509E293-4E3B-A7EA-699F-423DDDB47BD1}"/>
                  </a:ext>
                </a:extLst>
              </p:cNvPr>
              <p:cNvSpPr txBox="1"/>
              <p:nvPr/>
            </p:nvSpPr>
            <p:spPr>
              <a:xfrm>
                <a:off x="37435" y="324528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2509E293-4E3B-A7EA-699F-423DDDB47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5" y="3245280"/>
                <a:ext cx="662633" cy="369332"/>
              </a:xfrm>
              <a:prstGeom prst="rect">
                <a:avLst/>
              </a:prstGeom>
              <a:blipFill>
                <a:blip r:embed="rId2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A0636857-8684-57CB-ED48-245665D4B20B}"/>
                  </a:ext>
                </a:extLst>
              </p:cNvPr>
              <p:cNvSpPr txBox="1"/>
              <p:nvPr/>
            </p:nvSpPr>
            <p:spPr>
              <a:xfrm>
                <a:off x="4863271" y="497151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(12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A0636857-8684-57CB-ED48-245665D4B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271" y="4971510"/>
                <a:ext cx="662633" cy="369332"/>
              </a:xfrm>
              <a:prstGeom prst="rect">
                <a:avLst/>
              </a:prstGeom>
              <a:blipFill>
                <a:blip r:embed="rId24"/>
                <a:stretch>
                  <a:fillRect l="-2778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747D9B52-2039-09F8-E0B9-AEB0ADCAB19D}"/>
                  </a:ext>
                </a:extLst>
              </p:cNvPr>
              <p:cNvSpPr txBox="1"/>
              <p:nvPr/>
            </p:nvSpPr>
            <p:spPr>
              <a:xfrm>
                <a:off x="3281628" y="497151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(11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747D9B52-2039-09F8-E0B9-AEB0ADCAB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28" y="4971510"/>
                <a:ext cx="662633" cy="369332"/>
              </a:xfrm>
              <a:prstGeom prst="rect">
                <a:avLst/>
              </a:prstGeom>
              <a:blipFill>
                <a:blip r:embed="rId25"/>
                <a:stretch>
                  <a:fillRect l="-2752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45C52B4E-3FE4-83CB-8AD8-B3DDF4AA858D}"/>
                  </a:ext>
                </a:extLst>
              </p:cNvPr>
              <p:cNvSpPr txBox="1"/>
              <p:nvPr/>
            </p:nvSpPr>
            <p:spPr>
              <a:xfrm>
                <a:off x="1618197" y="497151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(10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45C52B4E-3FE4-83CB-8AD8-B3DDF4AA8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197" y="4971510"/>
                <a:ext cx="662633" cy="369332"/>
              </a:xfrm>
              <a:prstGeom prst="rect">
                <a:avLst/>
              </a:prstGeom>
              <a:blipFill>
                <a:blip r:embed="rId26"/>
                <a:stretch>
                  <a:fillRect l="-2752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8C1CD96F-4275-6ECD-F6B4-23AD1134DF19}"/>
                  </a:ext>
                </a:extLst>
              </p:cNvPr>
              <p:cNvSpPr txBox="1"/>
              <p:nvPr/>
            </p:nvSpPr>
            <p:spPr>
              <a:xfrm>
                <a:off x="36554" y="4971510"/>
                <a:ext cx="6626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(9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TW" altLang="en-US" sz="1800"/>
              </a:p>
            </p:txBody>
          </p:sp>
        </mc:Choice>
        <mc:Fallback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8C1CD96F-4275-6ECD-F6B4-23AD1134D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4" y="4971510"/>
                <a:ext cx="662633" cy="369332"/>
              </a:xfrm>
              <a:prstGeom prst="rect">
                <a:avLst/>
              </a:prstGeom>
              <a:blipFill>
                <a:blip r:embed="rId2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直線單箭頭接點 160">
            <a:extLst>
              <a:ext uri="{FF2B5EF4-FFF2-40B4-BE49-F238E27FC236}">
                <a16:creationId xmlns:a16="http://schemas.microsoft.com/office/drawing/2014/main" id="{AB81B056-90CC-9677-2E89-55A222F357EE}"/>
              </a:ext>
            </a:extLst>
          </p:cNvPr>
          <p:cNvCxnSpPr>
            <a:cxnSpLocks/>
          </p:cNvCxnSpPr>
          <p:nvPr/>
        </p:nvCxnSpPr>
        <p:spPr>
          <a:xfrm>
            <a:off x="210754" y="8058689"/>
            <a:ext cx="31154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標題 1">
            <a:extLst>
              <a:ext uri="{FF2B5EF4-FFF2-40B4-BE49-F238E27FC236}">
                <a16:creationId xmlns:a16="http://schemas.microsoft.com/office/drawing/2014/main" id="{3676D9C7-CA69-1C22-66CD-03957DA03BD8}"/>
              </a:ext>
            </a:extLst>
          </p:cNvPr>
          <p:cNvSpPr txBox="1">
            <a:spLocks/>
          </p:cNvSpPr>
          <p:nvPr/>
        </p:nvSpPr>
        <p:spPr>
          <a:xfrm>
            <a:off x="632298" y="7130411"/>
            <a:ext cx="4971151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/>
              <a:t>：</a:t>
            </a:r>
            <a:r>
              <a:rPr lang="en-US" altLang="zh-TW" sz="2400" b="1"/>
              <a:t>Intermediate Water Mass source</a:t>
            </a:r>
            <a:endParaRPr lang="zh-TW" altLang="en-US" sz="2400" b="1"/>
          </a:p>
        </p:txBody>
      </p:sp>
      <p:sp>
        <p:nvSpPr>
          <p:cNvPr id="165" name="標題 1">
            <a:extLst>
              <a:ext uri="{FF2B5EF4-FFF2-40B4-BE49-F238E27FC236}">
                <a16:creationId xmlns:a16="http://schemas.microsoft.com/office/drawing/2014/main" id="{806656EA-C3CA-DA5B-7603-55C99344A145}"/>
              </a:ext>
            </a:extLst>
          </p:cNvPr>
          <p:cNvSpPr txBox="1">
            <a:spLocks/>
          </p:cNvSpPr>
          <p:nvPr/>
        </p:nvSpPr>
        <p:spPr>
          <a:xfrm>
            <a:off x="635538" y="7465250"/>
            <a:ext cx="5099580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/>
              <a:t>：</a:t>
            </a:r>
            <a:r>
              <a:rPr lang="en-US" altLang="zh-TW" sz="2400" b="1"/>
              <a:t>Intermediate Water Mass sink</a:t>
            </a:r>
            <a:endParaRPr lang="zh-TW" altLang="en-US" sz="2400" b="1"/>
          </a:p>
        </p:txBody>
      </p:sp>
      <p:sp>
        <p:nvSpPr>
          <p:cNvPr id="166" name="標題 1">
            <a:extLst>
              <a:ext uri="{FF2B5EF4-FFF2-40B4-BE49-F238E27FC236}">
                <a16:creationId xmlns:a16="http://schemas.microsoft.com/office/drawing/2014/main" id="{039450C7-D26E-F250-3A57-A17A7FFF65CE}"/>
              </a:ext>
            </a:extLst>
          </p:cNvPr>
          <p:cNvSpPr txBox="1">
            <a:spLocks/>
          </p:cNvSpPr>
          <p:nvPr/>
        </p:nvSpPr>
        <p:spPr>
          <a:xfrm>
            <a:off x="632297" y="7835364"/>
            <a:ext cx="5415505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b="1"/>
              <a:t>：</a:t>
            </a:r>
            <a:r>
              <a:rPr lang="en-US" altLang="zh-TW" sz="2400" b="1"/>
              <a:t>Time-averaged </a:t>
            </a:r>
            <a:r>
              <a:rPr lang="zh-TW" altLang="zh-TW" sz="2400" b="1"/>
              <a:t>Surface Currents</a:t>
            </a:r>
            <a:endParaRPr lang="zh-TW" altLang="en-US" sz="2400" b="1"/>
          </a:p>
        </p:txBody>
      </p:sp>
    </p:spTree>
    <p:extLst>
      <p:ext uri="{BB962C8B-B14F-4D97-AF65-F5344CB8AC3E}">
        <p14:creationId xmlns:p14="http://schemas.microsoft.com/office/powerpoint/2010/main" val="1195887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D1AA96C-A8ED-0DED-80BD-50E8BF6C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149"/>
            <a:ext cx="6858000" cy="35108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29FD9B7-DBA5-8F26-92E8-DFF4BBDABBA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93057" y="2823567"/>
                <a:ext cx="410542" cy="419034"/>
              </a:xfr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29FD9B7-DBA5-8F26-92E8-DFF4BBDABB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93057" y="2823567"/>
                <a:ext cx="410542" cy="419034"/>
              </a:xfrm>
              <a:blipFill>
                <a:blip r:embed="rId3"/>
                <a:stretch>
                  <a:fillRect l="-14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224308B2-3BDD-D221-8307-290E6CBF9A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3048" y="3610448"/>
                <a:ext cx="701057" cy="6816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6" name="標題 1">
                <a:extLst>
                  <a:ext uri="{FF2B5EF4-FFF2-40B4-BE49-F238E27FC236}">
                    <a16:creationId xmlns:a16="http://schemas.microsoft.com/office/drawing/2014/main" id="{224308B2-3BDD-D221-8307-290E6CBF9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048" y="3610448"/>
                <a:ext cx="701057" cy="681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標題 1">
                <a:extLst>
                  <a:ext uri="{FF2B5EF4-FFF2-40B4-BE49-F238E27FC236}">
                    <a16:creationId xmlns:a16="http://schemas.microsoft.com/office/drawing/2014/main" id="{375B83CE-6FBA-8593-2B2C-B494C4CEF1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88387" y="3610448"/>
                <a:ext cx="701057" cy="6816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7" name="標題 1">
                <a:extLst>
                  <a:ext uri="{FF2B5EF4-FFF2-40B4-BE49-F238E27FC236}">
                    <a16:creationId xmlns:a16="http://schemas.microsoft.com/office/drawing/2014/main" id="{375B83CE-6FBA-8593-2B2C-B494C4CEF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387" y="3610448"/>
                <a:ext cx="701057" cy="6816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6E8CC6F8-4318-080F-6BFB-6F3691B054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2868" y="3103485"/>
                <a:ext cx="701057" cy="6816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6E8CC6F8-4318-080F-6BFB-6F3691B05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868" y="3103485"/>
                <a:ext cx="701057" cy="6816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E1304B2D-9DFB-AADD-C8C1-2C7068E17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5136" y="2851697"/>
            <a:ext cx="152788" cy="251788"/>
          </a:xfrm>
          <a:prstGeom prst="rect">
            <a:avLst/>
          </a:prstGeom>
        </p:spPr>
      </p:pic>
      <p:sp>
        <p:nvSpPr>
          <p:cNvPr id="15" name="標題 1">
            <a:extLst>
              <a:ext uri="{FF2B5EF4-FFF2-40B4-BE49-F238E27FC236}">
                <a16:creationId xmlns:a16="http://schemas.microsoft.com/office/drawing/2014/main" id="{6EEBAC62-F16E-4691-4277-0294CDCE6F14}"/>
              </a:ext>
            </a:extLst>
          </p:cNvPr>
          <p:cNvSpPr txBox="1">
            <a:spLocks/>
          </p:cNvSpPr>
          <p:nvPr/>
        </p:nvSpPr>
        <p:spPr>
          <a:xfrm>
            <a:off x="0" y="1068149"/>
            <a:ext cx="6494105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00" b="1"/>
              <a:t>Rotating Sector Model</a:t>
            </a:r>
            <a:endParaRPr lang="zh-TW" altLang="en-US" sz="2400" b="1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7424ACFF-03E7-02CA-E756-42FD31500DCA}"/>
              </a:ext>
            </a:extLst>
          </p:cNvPr>
          <p:cNvSpPr txBox="1">
            <a:spLocks/>
          </p:cNvSpPr>
          <p:nvPr/>
        </p:nvSpPr>
        <p:spPr>
          <a:xfrm>
            <a:off x="0" y="1481727"/>
            <a:ext cx="2951583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b="1"/>
              <a:t>North Polar View</a:t>
            </a:r>
            <a:endParaRPr lang="zh-TW" altLang="en-US" sz="2000" b="1"/>
          </a:p>
        </p:txBody>
      </p:sp>
      <p:sp>
        <p:nvSpPr>
          <p:cNvPr id="18" name="標題 1">
            <a:extLst>
              <a:ext uri="{FF2B5EF4-FFF2-40B4-BE49-F238E27FC236}">
                <a16:creationId xmlns:a16="http://schemas.microsoft.com/office/drawing/2014/main" id="{45C423A4-852C-B62F-BA87-5BA39D91EE37}"/>
              </a:ext>
            </a:extLst>
          </p:cNvPr>
          <p:cNvSpPr txBox="1">
            <a:spLocks/>
          </p:cNvSpPr>
          <p:nvPr/>
        </p:nvSpPr>
        <p:spPr>
          <a:xfrm>
            <a:off x="3488387" y="1481727"/>
            <a:ext cx="2951583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b="1"/>
              <a:t>Cross section</a:t>
            </a:r>
            <a:endParaRPr lang="zh-TW" altLang="en-US" sz="2000" b="1"/>
          </a:p>
        </p:txBody>
      </p:sp>
      <p:sp>
        <p:nvSpPr>
          <p:cNvPr id="19" name="標題 1">
            <a:extLst>
              <a:ext uri="{FF2B5EF4-FFF2-40B4-BE49-F238E27FC236}">
                <a16:creationId xmlns:a16="http://schemas.microsoft.com/office/drawing/2014/main" id="{41E85D15-06F9-F18C-D8DE-8895FC4F2278}"/>
              </a:ext>
            </a:extLst>
          </p:cNvPr>
          <p:cNvSpPr txBox="1">
            <a:spLocks/>
          </p:cNvSpPr>
          <p:nvPr/>
        </p:nvSpPr>
        <p:spPr>
          <a:xfrm rot="18012170">
            <a:off x="93125" y="3442392"/>
            <a:ext cx="1738604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600" b="1">
                <a:solidFill>
                  <a:srgbClr val="4049CC"/>
                </a:solidFill>
              </a:rPr>
              <a:t>lateral friction</a:t>
            </a:r>
            <a:endParaRPr lang="zh-TW" altLang="en-US" sz="1600" b="1">
              <a:solidFill>
                <a:srgbClr val="4049CC"/>
              </a:solidFill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F85CF28-80CE-BDF3-ADE6-4D28CC9D046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80" t="10575" r="15004" b="8129"/>
          <a:stretch>
            <a:fillRect/>
          </a:stretch>
        </p:blipFill>
        <p:spPr>
          <a:xfrm>
            <a:off x="5110715" y="3513059"/>
            <a:ext cx="191533" cy="97389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7104990C-9765-CE5D-AAD5-75BC8BC144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6625" y="4843462"/>
            <a:ext cx="3228975" cy="2505075"/>
          </a:xfrm>
          <a:prstGeom prst="rect">
            <a:avLst/>
          </a:prstGeom>
        </p:spPr>
      </p:pic>
      <p:sp>
        <p:nvSpPr>
          <p:cNvPr id="25" name="橢圓 24">
            <a:extLst>
              <a:ext uri="{FF2B5EF4-FFF2-40B4-BE49-F238E27FC236}">
                <a16:creationId xmlns:a16="http://schemas.microsoft.com/office/drawing/2014/main" id="{FEFDA5E3-B02D-0F8B-8E71-82B44B303C29}"/>
              </a:ext>
            </a:extLst>
          </p:cNvPr>
          <p:cNvSpPr/>
          <p:nvPr/>
        </p:nvSpPr>
        <p:spPr>
          <a:xfrm>
            <a:off x="3837991" y="5859624"/>
            <a:ext cx="1623526" cy="48519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mass sink</a:t>
            </a:r>
            <a:endParaRPr lang="zh-TW" altLang="en-US"/>
          </a:p>
        </p:txBody>
      </p:sp>
      <p:cxnSp>
        <p:nvCxnSpPr>
          <p:cNvPr id="29" name="接點: 弧形 28">
            <a:extLst>
              <a:ext uri="{FF2B5EF4-FFF2-40B4-BE49-F238E27FC236}">
                <a16:creationId xmlns:a16="http://schemas.microsoft.com/office/drawing/2014/main" id="{704CA400-C904-25E3-755B-CA481CD0FF02}"/>
              </a:ext>
            </a:extLst>
          </p:cNvPr>
          <p:cNvCxnSpPr>
            <a:cxnSpLocks/>
          </p:cNvCxnSpPr>
          <p:nvPr/>
        </p:nvCxnSpPr>
        <p:spPr>
          <a:xfrm>
            <a:off x="3271934" y="5190195"/>
            <a:ext cx="999638" cy="537191"/>
          </a:xfrm>
          <a:prstGeom prst="curvedConnector3">
            <a:avLst>
              <a:gd name="adj1" fmla="val 997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接點: 弧形 33">
            <a:extLst>
              <a:ext uri="{FF2B5EF4-FFF2-40B4-BE49-F238E27FC236}">
                <a16:creationId xmlns:a16="http://schemas.microsoft.com/office/drawing/2014/main" id="{21694FB5-1F60-4804-D390-80F4F038133E}"/>
              </a:ext>
            </a:extLst>
          </p:cNvPr>
          <p:cNvCxnSpPr>
            <a:cxnSpLocks/>
          </p:cNvCxnSpPr>
          <p:nvPr/>
        </p:nvCxnSpPr>
        <p:spPr>
          <a:xfrm flipH="1">
            <a:off x="4971028" y="5190194"/>
            <a:ext cx="999638" cy="537191"/>
          </a:xfrm>
          <a:prstGeom prst="curvedConnector3">
            <a:avLst>
              <a:gd name="adj1" fmla="val 997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弧形 34">
            <a:extLst>
              <a:ext uri="{FF2B5EF4-FFF2-40B4-BE49-F238E27FC236}">
                <a16:creationId xmlns:a16="http://schemas.microsoft.com/office/drawing/2014/main" id="{EC1B0562-ABF2-0267-A95F-B2BB757B0F47}"/>
              </a:ext>
            </a:extLst>
          </p:cNvPr>
          <p:cNvCxnSpPr>
            <a:cxnSpLocks/>
          </p:cNvCxnSpPr>
          <p:nvPr/>
        </p:nvCxnSpPr>
        <p:spPr>
          <a:xfrm flipV="1">
            <a:off x="3271934" y="6512767"/>
            <a:ext cx="999638" cy="537191"/>
          </a:xfrm>
          <a:prstGeom prst="curvedConnector3">
            <a:avLst>
              <a:gd name="adj1" fmla="val 997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接點: 弧形 35">
            <a:extLst>
              <a:ext uri="{FF2B5EF4-FFF2-40B4-BE49-F238E27FC236}">
                <a16:creationId xmlns:a16="http://schemas.microsoft.com/office/drawing/2014/main" id="{E775B4C3-E194-4925-CDF9-D453DFD8F85C}"/>
              </a:ext>
            </a:extLst>
          </p:cNvPr>
          <p:cNvCxnSpPr>
            <a:cxnSpLocks/>
          </p:cNvCxnSpPr>
          <p:nvPr/>
        </p:nvCxnSpPr>
        <p:spPr>
          <a:xfrm flipH="1" flipV="1">
            <a:off x="4971028" y="6512766"/>
            <a:ext cx="999638" cy="537191"/>
          </a:xfrm>
          <a:prstGeom prst="curvedConnector3">
            <a:avLst>
              <a:gd name="adj1" fmla="val 997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標題 1">
            <a:extLst>
              <a:ext uri="{FF2B5EF4-FFF2-40B4-BE49-F238E27FC236}">
                <a16:creationId xmlns:a16="http://schemas.microsoft.com/office/drawing/2014/main" id="{A0FD12CA-88BB-8FAF-76E2-18B986017AD8}"/>
              </a:ext>
            </a:extLst>
          </p:cNvPr>
          <p:cNvSpPr txBox="1">
            <a:spLocks/>
          </p:cNvSpPr>
          <p:nvPr/>
        </p:nvSpPr>
        <p:spPr>
          <a:xfrm>
            <a:off x="1771600" y="5054405"/>
            <a:ext cx="1601755" cy="41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2000" b="1"/>
              <a:t>表層海流</a:t>
            </a: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E8C46D0C-82D3-35C8-8E23-9201074B266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80" t="10575" r="15004" b="8129"/>
          <a:stretch>
            <a:fillRect/>
          </a:stretch>
        </p:blipFill>
        <p:spPr>
          <a:xfrm>
            <a:off x="1302561" y="3651909"/>
            <a:ext cx="191533" cy="1947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標題 1">
                <a:extLst>
                  <a:ext uri="{FF2B5EF4-FFF2-40B4-BE49-F238E27FC236}">
                    <a16:creationId xmlns:a16="http://schemas.microsoft.com/office/drawing/2014/main" id="{0E112E5B-EA50-0CFD-EBEA-B607C07FD7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7798" y="4382102"/>
                <a:ext cx="701057" cy="6816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39" name="標題 1">
                <a:extLst>
                  <a:ext uri="{FF2B5EF4-FFF2-40B4-BE49-F238E27FC236}">
                    <a16:creationId xmlns:a16="http://schemas.microsoft.com/office/drawing/2014/main" id="{0E112E5B-EA50-0CFD-EBEA-B607C07FD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98" y="4382102"/>
                <a:ext cx="701057" cy="6816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444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409</TotalTime>
  <Words>81</Words>
  <Application>Microsoft Office PowerPoint</Application>
  <PresentationFormat>寬螢幕</PresentationFormat>
  <Paragraphs>38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  <vt:lpstr>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3</cp:revision>
  <dcterms:created xsi:type="dcterms:W3CDTF">2026-05-13T03:15:42Z</dcterms:created>
  <dcterms:modified xsi:type="dcterms:W3CDTF">2026-05-13T10:04:55Z</dcterms:modified>
</cp:coreProperties>
</file>