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1" d="100"/>
          <a:sy n="91" d="100"/>
        </p:scale>
        <p:origin x="135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DFBFC-C4D5-4440-B762-1114B3CDDED2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F1DF2-69E9-4BD4-9F78-0BDE746E044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935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BF1DF2-69E9-4BD4-9F78-0BDE746E044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5850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979047-F327-0534-A70F-2765501D3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22C2DA5-990A-BEB8-8E5D-DBA515089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430C2D-3CB7-3533-3898-35CF6C20E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7A1DEB-B992-048A-F698-AE35F8DA2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631044-8E20-0EA1-6283-1CFB69C2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654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1A154D-BC9B-82CB-2A48-C58E9183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5B3601-54C6-D1B6-C0FB-A757A28EB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3F81BE-AA0F-B8DE-8C68-AB1ABA300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9AAFFD-DC6D-C244-0B5D-255F13FC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1DAB3D-87DE-8CCC-99D4-AF1692BE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461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50C1D6-8EBA-4B31-BB12-76882FD4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FC019F-E9B7-3764-6529-5F2E9354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EAAFD4-D1E0-9CC8-5079-D56D41EC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7EF5A9-2135-431A-1FEA-2022CA2F5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D952E6-8885-E17B-FAD3-6F90A6D4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11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B585D-DFD0-6DE2-D931-6784210C3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4D8C66-DB8B-E440-A298-2BED50A00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1E4972-7AF1-7D7F-5A1F-59F6956D1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D78D4EA-F012-57B7-BB5C-1A64C221E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B940AC8-53B8-CE31-D2D8-1CEBCD947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39FC32-672B-08D9-2C57-E15F1FE0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4724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C72589-307E-2050-ADB7-F05DF48C2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F87BC1-EDB5-DB10-2994-15B668121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68450C-4B38-5A0C-7B16-6CD94E610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AABBA94-0F9A-4A4A-8B65-438FB9ACE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F17B09E-F464-5366-3CC6-A9A56427F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5B94B4-30DB-7AD6-D133-6CB28470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DA3087D-CBC5-9392-4DDD-66EE2BD0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07A0BF8-B9A9-398A-54E6-95D03138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707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8A391E-B39E-6077-F178-D7F487C2C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C1CD574-2D52-F0A5-BD8C-BB1516C9D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F60AF7F-E32E-AF0E-150D-162D76D5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520111C-C865-E03F-7C62-8FD1CCC9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02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075835E-84F3-CF76-7687-13BD3C434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15B2AFA-730A-7BB6-6E69-FE3CF977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FCA107-05BE-7933-7EA5-3C6A3F1CE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76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F61131-919E-3516-551E-C3289D63A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5B0CB6-6928-0984-8C80-9996DF5AE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AB8C2BB-CEC8-ED53-0047-2F889CA13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331A20-85B9-D1A7-18CF-C1D523BE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EF2B94-2961-DDFE-15B0-DF172261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BA1187-BE6F-F598-D39B-D12E3C61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059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7725BB-DDE6-401A-E91D-F81DAC45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76BB356-6B6F-EAA3-FC55-4AEFF896F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C3F05A-3BD2-4B6A-6C14-F21EA3DFE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74D8CD-A01C-F27F-0145-22E445682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BBD279-7B20-C8D6-FE7C-6A502292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0D6DEFB-4035-C4F4-B7CA-459E940D3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04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A5112F-A440-9872-F14D-89C217D0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3E4017F-44EB-DADE-F175-A6194CA27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67B824-A256-1073-59A6-22289F18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E801BF-8F09-80E6-5033-BA8AE176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0B428C-50B7-37CD-A26C-8E66F49E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218C154-CE9A-24DF-A28A-60AB748A79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B418802-9046-8AF1-2A4A-3475775E1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24D5A6-3F85-9408-D63C-D4FBDBC1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2F9DDF-A73D-0420-BFC3-EA755B09C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0F8FF5-BE4E-4445-7C9A-E3416B54F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00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E33C236-0E54-4899-30C9-A9FABB5F9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95194DE-6A52-E2DA-5A35-D8B6B9AB0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CDA808-CE38-B681-C973-2E0CC7551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B34D0-8D9C-4CDA-AD34-970EB254E2ED}" type="datetimeFigureOut">
              <a:rPr lang="zh-TW" altLang="en-US" smtClean="0"/>
              <a:t>2026/3/18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67FBDB-6F34-2715-2079-7CCFECD1B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A44790-3DBD-9951-A218-1619367B27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C46A6-26CE-4597-B699-0A65934495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1292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F0B3D6-1FCE-AD6F-730F-E610EBD55D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814FA7A-3624-6F76-CC19-ABC2B33F6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548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雷诺数- 维基百科，自由的百科全书">
            <a:extLst>
              <a:ext uri="{FF2B5EF4-FFF2-40B4-BE49-F238E27FC236}">
                <a16:creationId xmlns:a16="http://schemas.microsoft.com/office/drawing/2014/main" id="{05C5A800-91C2-27D4-CF31-F31678175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1" y="471055"/>
            <a:ext cx="8759272" cy="541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981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18B9A75-27F2-104F-4D2A-0A00DC9D4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942" y="0"/>
            <a:ext cx="9548115" cy="6858000"/>
          </a:xfrm>
          <a:prstGeom prst="rect">
            <a:avLst/>
          </a:prstGeom>
        </p:spPr>
      </p:pic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791D67C6-2C55-51E1-0380-3F1750D0387C}"/>
              </a:ext>
            </a:extLst>
          </p:cNvPr>
          <p:cNvCxnSpPr/>
          <p:nvPr/>
        </p:nvCxnSpPr>
        <p:spPr>
          <a:xfrm>
            <a:off x="5689600" y="831273"/>
            <a:ext cx="0" cy="4895272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25A6EE3-5FA3-1C46-E7C0-FE4330A8FFAF}"/>
              </a:ext>
            </a:extLst>
          </p:cNvPr>
          <p:cNvCxnSpPr/>
          <p:nvPr/>
        </p:nvCxnSpPr>
        <p:spPr>
          <a:xfrm>
            <a:off x="8067963" y="831273"/>
            <a:ext cx="0" cy="4895272"/>
          </a:xfrm>
          <a:prstGeom prst="line">
            <a:avLst/>
          </a:prstGeom>
          <a:ln w="762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圖片 9">
            <a:extLst>
              <a:ext uri="{FF2B5EF4-FFF2-40B4-BE49-F238E27FC236}">
                <a16:creationId xmlns:a16="http://schemas.microsoft.com/office/drawing/2014/main" id="{36F8858E-C9C7-FD53-7F7D-439E24284D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54"/>
          <a:stretch>
            <a:fillRect/>
          </a:stretch>
        </p:blipFill>
        <p:spPr>
          <a:xfrm>
            <a:off x="4113528" y="1441593"/>
            <a:ext cx="2042143" cy="31331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D4E93E6-381C-B1FA-612C-BDFCBB563A13}"/>
              </a:ext>
            </a:extLst>
          </p:cNvPr>
          <p:cNvSpPr/>
          <p:nvPr/>
        </p:nvSpPr>
        <p:spPr>
          <a:xfrm>
            <a:off x="3825766" y="3815929"/>
            <a:ext cx="1207575" cy="1521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C26CB1-7505-084C-5265-6FDAB237027E}"/>
                  </a:ext>
                </a:extLst>
              </p:cNvPr>
              <p:cNvSpPr txBox="1"/>
              <p:nvPr/>
            </p:nvSpPr>
            <p:spPr>
              <a:xfrm>
                <a:off x="3995409" y="4698637"/>
                <a:ext cx="1010020" cy="13988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TW">
                  <a:ea typeface="Cambria Math" panose="02040503050406030204" pitchFamily="18" charset="0"/>
                </a:endParaRPr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zh-TW" altLang="en-US"/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C26CB1-7505-084C-5265-6FDAB2370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409" y="4698637"/>
                <a:ext cx="1010020" cy="13988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B67E8AB-C78E-51E4-0FD2-01F6E581F8BE}"/>
                  </a:ext>
                </a:extLst>
              </p:cNvPr>
              <p:cNvSpPr txBox="1"/>
              <p:nvPr/>
            </p:nvSpPr>
            <p:spPr>
              <a:xfrm>
                <a:off x="3959284" y="3942443"/>
                <a:ext cx="925125" cy="16283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</m:t>
                          </m:r>
                        </m:den>
                      </m:f>
                    </m:oMath>
                  </m:oMathPara>
                </a14:m>
                <a:endParaRPr lang="en-US" altLang="zh-TW">
                  <a:ea typeface="Cambria Math" panose="02040503050406030204" pitchFamily="18" charset="0"/>
                </a:endParaRPr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zh-TW" altLang="en-US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B67E8AB-C78E-51E4-0FD2-01F6E581F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284" y="3942443"/>
                <a:ext cx="925125" cy="16283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6786F42F-0293-DBED-DF0A-D4032B7125F5}"/>
              </a:ext>
            </a:extLst>
          </p:cNvPr>
          <p:cNvSpPr/>
          <p:nvPr/>
        </p:nvSpPr>
        <p:spPr>
          <a:xfrm>
            <a:off x="6352602" y="3877023"/>
            <a:ext cx="1207575" cy="1521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9783ABB-4727-0C39-1E5A-85B9D6631040}"/>
                  </a:ext>
                </a:extLst>
              </p:cNvPr>
              <p:cNvSpPr txBox="1"/>
              <p:nvPr/>
            </p:nvSpPr>
            <p:spPr>
              <a:xfrm>
                <a:off x="6377355" y="4698637"/>
                <a:ext cx="1207575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>
                  <a:ea typeface="Cambria Math" panose="02040503050406030204" pitchFamily="18" charset="0"/>
                </a:endParaRPr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zh-TW" altLang="en-US"/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19783ABB-4727-0C39-1E5A-85B9D6631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355" y="4698637"/>
                <a:ext cx="1207575" cy="1384995"/>
              </a:xfrm>
              <a:prstGeom prst="rect">
                <a:avLst/>
              </a:prstGeom>
              <a:blipFill>
                <a:blip r:embed="rId7"/>
                <a:stretch>
                  <a:fillRect t="-4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F071005-324A-1E38-7A3F-9019BF6A5CD7}"/>
                  </a:ext>
                </a:extLst>
              </p:cNvPr>
              <p:cNvSpPr txBox="1"/>
              <p:nvPr/>
            </p:nvSpPr>
            <p:spPr>
              <a:xfrm>
                <a:off x="6401684" y="4064142"/>
                <a:ext cx="1158919" cy="13849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altLang="zh-TW">
                    <a:ea typeface="Cambria Math" panose="02040503050406030204" pitchFamily="18" charset="0"/>
                  </a:rPr>
                  <a:t>const</a:t>
                </a:r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en-US" altLang="zh-TW"/>
              </a:p>
              <a:p>
                <a:endParaRPr lang="zh-TW" altLang="en-US"/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F071005-324A-1E38-7A3F-9019BF6A5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684" y="4064142"/>
                <a:ext cx="1158919" cy="1384995"/>
              </a:xfrm>
              <a:prstGeom prst="rect">
                <a:avLst/>
              </a:prstGeom>
              <a:blipFill>
                <a:blip r:embed="rId8"/>
                <a:stretch>
                  <a:fillRect l="-6842" t="-5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BF8D7E2-2775-750D-60DE-5C775157AD2D}"/>
                  </a:ext>
                </a:extLst>
              </p:cNvPr>
              <p:cNvSpPr txBox="1"/>
              <p:nvPr/>
            </p:nvSpPr>
            <p:spPr>
              <a:xfrm>
                <a:off x="4054726" y="3143669"/>
                <a:ext cx="702054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sz="72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BF8D7E2-2775-750D-60DE-5C775157A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4726" y="3143669"/>
                <a:ext cx="702054" cy="1107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B77D3C1-6B0C-9C63-F97A-442FC2E2F919}"/>
                  </a:ext>
                </a:extLst>
              </p:cNvPr>
              <p:cNvSpPr txBox="1"/>
              <p:nvPr/>
            </p:nvSpPr>
            <p:spPr>
              <a:xfrm>
                <a:off x="6605362" y="3143669"/>
                <a:ext cx="702054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7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zh-TW" altLang="en-US" sz="72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0B77D3C1-6B0C-9C63-F97A-442FC2E2F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362" y="3143669"/>
                <a:ext cx="702054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478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寬螢幕</PresentationFormat>
  <Paragraphs>15</Paragraphs>
  <Slides>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Da-Kai Peng</dc:creator>
  <cp:lastModifiedBy>Da-Kai Peng</cp:lastModifiedBy>
  <cp:revision>1</cp:revision>
  <dcterms:created xsi:type="dcterms:W3CDTF">2026-03-18T12:40:45Z</dcterms:created>
  <dcterms:modified xsi:type="dcterms:W3CDTF">2026-03-18T12:41:12Z</dcterms:modified>
</cp:coreProperties>
</file>